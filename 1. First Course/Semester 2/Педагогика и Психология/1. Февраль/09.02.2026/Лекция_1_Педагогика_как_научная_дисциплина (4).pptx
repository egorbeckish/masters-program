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74" r:id="rId1"/>
  </p:sldMasterIdLst>
  <p:notesMasterIdLst>
    <p:notesMasterId r:id="rId37"/>
  </p:notesMasterIdLst>
  <p:sldIdLst>
    <p:sldId id="256" r:id="rId2"/>
    <p:sldId id="257" r:id="rId3"/>
    <p:sldId id="284" r:id="rId4"/>
    <p:sldId id="283" r:id="rId5"/>
    <p:sldId id="285" r:id="rId6"/>
    <p:sldId id="287" r:id="rId7"/>
    <p:sldId id="288" r:id="rId8"/>
    <p:sldId id="290" r:id="rId9"/>
    <p:sldId id="258" r:id="rId10"/>
    <p:sldId id="261" r:id="rId11"/>
    <p:sldId id="289" r:id="rId12"/>
    <p:sldId id="291" r:id="rId13"/>
    <p:sldId id="259" r:id="rId14"/>
    <p:sldId id="292" r:id="rId15"/>
    <p:sldId id="268" r:id="rId16"/>
    <p:sldId id="293" r:id="rId17"/>
    <p:sldId id="294" r:id="rId18"/>
    <p:sldId id="295" r:id="rId19"/>
    <p:sldId id="296" r:id="rId20"/>
    <p:sldId id="297" r:id="rId21"/>
    <p:sldId id="302" r:id="rId22"/>
    <p:sldId id="300" r:id="rId23"/>
    <p:sldId id="301" r:id="rId24"/>
    <p:sldId id="304" r:id="rId25"/>
    <p:sldId id="305" r:id="rId26"/>
    <p:sldId id="303" r:id="rId27"/>
    <p:sldId id="306" r:id="rId28"/>
    <p:sldId id="281" r:id="rId29"/>
    <p:sldId id="319" r:id="rId30"/>
    <p:sldId id="320" r:id="rId31"/>
    <p:sldId id="321" r:id="rId32"/>
    <p:sldId id="322" r:id="rId33"/>
    <p:sldId id="323" r:id="rId34"/>
    <p:sldId id="324" r:id="rId35"/>
    <p:sldId id="325" r:id="rId3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4648"/>
  </p:normalViewPr>
  <p:slideViewPr>
    <p:cSldViewPr snapToGrid="0" snapToObjects="1">
      <p:cViewPr varScale="1">
        <p:scale>
          <a:sx n="85" d="100"/>
          <a:sy n="85" d="100"/>
        </p:scale>
        <p:origin x="114" y="4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4">
  <dgm:title val=""/>
  <dgm:desc val=""/>
  <dgm:catLst>
    <dgm:cat type="accent5" pri="11400"/>
  </dgm:catLst>
  <dgm:styleLbl name="node0">
    <dgm:fillClrLst meth="cycle">
      <a:schemeClr val="accent5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5">
        <a:shade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5">
        <a:shade val="50000"/>
      </a:schemeClr>
      <a:schemeClr val="accent5">
        <a:tint val="55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5">
        <a:shade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5">
        <a:shade val="80000"/>
        <a:alpha val="50000"/>
      </a:schemeClr>
      <a:schemeClr val="accent5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5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55000"/>
      </a:schemeClr>
    </dgm:fillClrLst>
    <dgm:linClrLst meth="repeat">
      <a:schemeClr val="accent5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55000"/>
      </a:schemeClr>
    </dgm:fillClrLst>
    <dgm:linClrLst meth="repeat">
      <a:schemeClr val="accent5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55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5_5">
  <dgm:title val=""/>
  <dgm:desc val=""/>
  <dgm:catLst>
    <dgm:cat type="accent5" pri="11500"/>
  </dgm:catLst>
  <dgm:styleLbl name="node0">
    <dgm:fillClrLst meth="cycle">
      <a:schemeClr val="accent5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>
        <a:alpha val="9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>
        <a:alpha val="90000"/>
      </a:schemeClr>
      <a:schemeClr val="accent5">
        <a:alpha val="5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/>
    <dgm:txEffectClrLst/>
  </dgm:styleLbl>
  <dgm:styleLbl name="lnNode1">
    <dgm:fillClrLst>
      <a:schemeClr val="accent5">
        <a:shade val="90000"/>
      </a:schemeClr>
      <a:schemeClr val="accent5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shade val="80000"/>
        <a:alpha val="50000"/>
      </a:schemeClr>
      <a:schemeClr val="accent5">
        <a:alpha val="2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  <a:alpha val="90000"/>
      </a:schemeClr>
      <a:schemeClr val="accent5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fgSibTrans2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bgSibTrans2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sibTrans1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5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alpha val="90000"/>
        <a:tint val="40000"/>
      </a:schemeClr>
      <a:schemeClr val="accent5">
        <a:alpha val="5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5F4C846-BC27-40F8-921F-17F8CAD971B6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5_4" csCatId="accent5" phldr="1"/>
      <dgm:spPr/>
      <dgm:t>
        <a:bodyPr/>
        <a:lstStyle/>
        <a:p>
          <a:endParaRPr lang="ru-RU"/>
        </a:p>
      </dgm:t>
    </dgm:pt>
    <dgm:pt modelId="{3013F38B-886A-4A00-87BF-A5F839F1EC69}">
      <dgm:prSet phldrT="[Текст]"/>
      <dgm:spPr/>
      <dgm:t>
        <a:bodyPr/>
        <a:lstStyle/>
        <a:p>
          <a:r>
            <a:rPr lang="ru-RU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задачи</a:t>
          </a:r>
        </a:p>
      </dgm:t>
    </dgm:pt>
    <dgm:pt modelId="{92DBC9F8-A3B0-491B-9753-D4BD7ED14110}" type="parTrans" cxnId="{71310B65-DDAB-40E2-9A49-3CC256AD3EB7}">
      <dgm:prSet/>
      <dgm:spPr/>
      <dgm:t>
        <a:bodyPr/>
        <a:lstStyle/>
        <a:p>
          <a:endParaRPr lang="ru-RU"/>
        </a:p>
      </dgm:t>
    </dgm:pt>
    <dgm:pt modelId="{087285A3-F5E5-4A16-B6EE-CB73238A0769}" type="sibTrans" cxnId="{71310B65-DDAB-40E2-9A49-3CC256AD3EB7}">
      <dgm:prSet/>
      <dgm:spPr/>
      <dgm:t>
        <a:bodyPr/>
        <a:lstStyle/>
        <a:p>
          <a:endParaRPr lang="ru-RU"/>
        </a:p>
      </dgm:t>
    </dgm:pt>
    <dgm:pt modelId="{CD4A8186-9CCA-4B79-BE4A-36B0F302A05F}">
      <dgm:prSet phldrT="[Текст]"/>
      <dgm:spPr/>
      <dgm:t>
        <a:bodyPr/>
        <a:lstStyle/>
        <a:p>
          <a:r>
            <a:rPr lang="ru-RU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постоянные</a:t>
          </a:r>
        </a:p>
      </dgm:t>
    </dgm:pt>
    <dgm:pt modelId="{9324E0DC-E33C-41D1-8D17-CAB32A6AED01}" type="parTrans" cxnId="{03682477-DC2C-439F-A11A-C021BD71A4C2}">
      <dgm:prSet/>
      <dgm:spPr/>
      <dgm:t>
        <a:bodyPr/>
        <a:lstStyle/>
        <a:p>
          <a:endParaRPr lang="ru-RU"/>
        </a:p>
      </dgm:t>
    </dgm:pt>
    <dgm:pt modelId="{7E2D6320-3CCC-4F72-BF22-7D4784705FCE}" type="sibTrans" cxnId="{03682477-DC2C-439F-A11A-C021BD71A4C2}">
      <dgm:prSet/>
      <dgm:spPr/>
      <dgm:t>
        <a:bodyPr/>
        <a:lstStyle/>
        <a:p>
          <a:endParaRPr lang="ru-RU"/>
        </a:p>
      </dgm:t>
    </dgm:pt>
    <dgm:pt modelId="{8D48B7AE-F9FC-4A1A-AF09-3DA719CA591E}">
      <dgm:prSet phldrT="[Текст]"/>
      <dgm:spPr/>
      <dgm:t>
        <a:bodyPr/>
        <a:lstStyle/>
        <a:p>
          <a:r>
            <a:rPr lang="ru-RU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временные</a:t>
          </a:r>
        </a:p>
      </dgm:t>
    </dgm:pt>
    <dgm:pt modelId="{66DC738C-DA9A-41BE-AD82-E5ECB01A1166}" type="parTrans" cxnId="{085BFF2C-AEB3-4541-8C42-CF9C3EA3355E}">
      <dgm:prSet/>
      <dgm:spPr/>
      <dgm:t>
        <a:bodyPr/>
        <a:lstStyle/>
        <a:p>
          <a:endParaRPr lang="ru-RU"/>
        </a:p>
      </dgm:t>
    </dgm:pt>
    <dgm:pt modelId="{8341E6F6-1F0E-447D-8DAF-DF8F592B419E}" type="sibTrans" cxnId="{085BFF2C-AEB3-4541-8C42-CF9C3EA3355E}">
      <dgm:prSet/>
      <dgm:spPr/>
      <dgm:t>
        <a:bodyPr/>
        <a:lstStyle/>
        <a:p>
          <a:endParaRPr lang="ru-RU"/>
        </a:p>
      </dgm:t>
    </dgm:pt>
    <dgm:pt modelId="{A2844DFB-19BD-4B88-BCF3-3F09157665E3}" type="pres">
      <dgm:prSet presAssocID="{F5F4C846-BC27-40F8-921F-17F8CAD971B6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B507840E-2D90-4D95-8658-782D0807D425}" type="pres">
      <dgm:prSet presAssocID="{3013F38B-886A-4A00-87BF-A5F839F1EC69}" presName="root1" presStyleCnt="0"/>
      <dgm:spPr/>
    </dgm:pt>
    <dgm:pt modelId="{6B066DEB-B0E7-499E-9F9B-063233E3C7C7}" type="pres">
      <dgm:prSet presAssocID="{3013F38B-886A-4A00-87BF-A5F839F1EC69}" presName="LevelOneTextNode" presStyleLbl="node0" presStyleIdx="0" presStyleCnt="1">
        <dgm:presLayoutVars>
          <dgm:chPref val="3"/>
        </dgm:presLayoutVars>
      </dgm:prSet>
      <dgm:spPr/>
    </dgm:pt>
    <dgm:pt modelId="{3451A027-5709-46F7-9833-3739844C9014}" type="pres">
      <dgm:prSet presAssocID="{3013F38B-886A-4A00-87BF-A5F839F1EC69}" presName="level2hierChild" presStyleCnt="0"/>
      <dgm:spPr/>
    </dgm:pt>
    <dgm:pt modelId="{6C0B9CEC-CC41-42F7-9F18-C4072BE86F5C}" type="pres">
      <dgm:prSet presAssocID="{9324E0DC-E33C-41D1-8D17-CAB32A6AED01}" presName="conn2-1" presStyleLbl="parChTrans1D2" presStyleIdx="0" presStyleCnt="2"/>
      <dgm:spPr/>
    </dgm:pt>
    <dgm:pt modelId="{0768AF26-E656-49F1-83E4-57DF6BA5AB52}" type="pres">
      <dgm:prSet presAssocID="{9324E0DC-E33C-41D1-8D17-CAB32A6AED01}" presName="connTx" presStyleLbl="parChTrans1D2" presStyleIdx="0" presStyleCnt="2"/>
      <dgm:spPr/>
    </dgm:pt>
    <dgm:pt modelId="{1EEB2859-19BB-4635-A502-3A5119383DBE}" type="pres">
      <dgm:prSet presAssocID="{CD4A8186-9CCA-4B79-BE4A-36B0F302A05F}" presName="root2" presStyleCnt="0"/>
      <dgm:spPr/>
    </dgm:pt>
    <dgm:pt modelId="{571F6B32-51AF-45C7-BD38-E35AF37B18F4}" type="pres">
      <dgm:prSet presAssocID="{CD4A8186-9CCA-4B79-BE4A-36B0F302A05F}" presName="LevelTwoTextNode" presStyleLbl="node2" presStyleIdx="0" presStyleCnt="2">
        <dgm:presLayoutVars>
          <dgm:chPref val="3"/>
        </dgm:presLayoutVars>
      </dgm:prSet>
      <dgm:spPr/>
    </dgm:pt>
    <dgm:pt modelId="{2FFF0838-5F80-483D-82FD-12A49E3E19B6}" type="pres">
      <dgm:prSet presAssocID="{CD4A8186-9CCA-4B79-BE4A-36B0F302A05F}" presName="level3hierChild" presStyleCnt="0"/>
      <dgm:spPr/>
    </dgm:pt>
    <dgm:pt modelId="{0FC40D21-A218-411F-9CE5-EF6995653157}" type="pres">
      <dgm:prSet presAssocID="{66DC738C-DA9A-41BE-AD82-E5ECB01A1166}" presName="conn2-1" presStyleLbl="parChTrans1D2" presStyleIdx="1" presStyleCnt="2"/>
      <dgm:spPr/>
    </dgm:pt>
    <dgm:pt modelId="{E148B1F4-37AB-4684-98C3-D2F24C5C7F5E}" type="pres">
      <dgm:prSet presAssocID="{66DC738C-DA9A-41BE-AD82-E5ECB01A1166}" presName="connTx" presStyleLbl="parChTrans1D2" presStyleIdx="1" presStyleCnt="2"/>
      <dgm:spPr/>
    </dgm:pt>
    <dgm:pt modelId="{19873EFD-B214-4D55-BFDE-CACA0B6F49BB}" type="pres">
      <dgm:prSet presAssocID="{8D48B7AE-F9FC-4A1A-AF09-3DA719CA591E}" presName="root2" presStyleCnt="0"/>
      <dgm:spPr/>
    </dgm:pt>
    <dgm:pt modelId="{EE8B3973-5B4E-4DFA-968A-4A39A8A3236E}" type="pres">
      <dgm:prSet presAssocID="{8D48B7AE-F9FC-4A1A-AF09-3DA719CA591E}" presName="LevelTwoTextNode" presStyleLbl="node2" presStyleIdx="1" presStyleCnt="2">
        <dgm:presLayoutVars>
          <dgm:chPref val="3"/>
        </dgm:presLayoutVars>
      </dgm:prSet>
      <dgm:spPr/>
    </dgm:pt>
    <dgm:pt modelId="{60AF7B61-9A9B-4FE1-A4BA-B3F1DA002764}" type="pres">
      <dgm:prSet presAssocID="{8D48B7AE-F9FC-4A1A-AF09-3DA719CA591E}" presName="level3hierChild" presStyleCnt="0"/>
      <dgm:spPr/>
    </dgm:pt>
  </dgm:ptLst>
  <dgm:cxnLst>
    <dgm:cxn modelId="{04A30217-3262-4EBB-89A0-071A84D4F57D}" type="presOf" srcId="{F5F4C846-BC27-40F8-921F-17F8CAD971B6}" destId="{A2844DFB-19BD-4B88-BCF3-3F09157665E3}" srcOrd="0" destOrd="0" presId="urn:microsoft.com/office/officeart/2008/layout/HorizontalMultiLevelHierarchy"/>
    <dgm:cxn modelId="{6572FD24-0501-48DE-842A-1EBE6735F46E}" type="presOf" srcId="{9324E0DC-E33C-41D1-8D17-CAB32A6AED01}" destId="{6C0B9CEC-CC41-42F7-9F18-C4072BE86F5C}" srcOrd="0" destOrd="0" presId="urn:microsoft.com/office/officeart/2008/layout/HorizontalMultiLevelHierarchy"/>
    <dgm:cxn modelId="{085BFF2C-AEB3-4541-8C42-CF9C3EA3355E}" srcId="{3013F38B-886A-4A00-87BF-A5F839F1EC69}" destId="{8D48B7AE-F9FC-4A1A-AF09-3DA719CA591E}" srcOrd="1" destOrd="0" parTransId="{66DC738C-DA9A-41BE-AD82-E5ECB01A1166}" sibTransId="{8341E6F6-1F0E-447D-8DAF-DF8F592B419E}"/>
    <dgm:cxn modelId="{1544903E-E738-4431-9E1B-2F96BBB8DDE8}" type="presOf" srcId="{CD4A8186-9CCA-4B79-BE4A-36B0F302A05F}" destId="{571F6B32-51AF-45C7-BD38-E35AF37B18F4}" srcOrd="0" destOrd="0" presId="urn:microsoft.com/office/officeart/2008/layout/HorizontalMultiLevelHierarchy"/>
    <dgm:cxn modelId="{A7AF3561-74C7-49F8-93DA-5D2079BE2162}" type="presOf" srcId="{3013F38B-886A-4A00-87BF-A5F839F1EC69}" destId="{6B066DEB-B0E7-499E-9F9B-063233E3C7C7}" srcOrd="0" destOrd="0" presId="urn:microsoft.com/office/officeart/2008/layout/HorizontalMultiLevelHierarchy"/>
    <dgm:cxn modelId="{7C875D41-1424-4A55-9EB4-4C8C808D1587}" type="presOf" srcId="{9324E0DC-E33C-41D1-8D17-CAB32A6AED01}" destId="{0768AF26-E656-49F1-83E4-57DF6BA5AB52}" srcOrd="1" destOrd="0" presId="urn:microsoft.com/office/officeart/2008/layout/HorizontalMultiLevelHierarchy"/>
    <dgm:cxn modelId="{71310B65-DDAB-40E2-9A49-3CC256AD3EB7}" srcId="{F5F4C846-BC27-40F8-921F-17F8CAD971B6}" destId="{3013F38B-886A-4A00-87BF-A5F839F1EC69}" srcOrd="0" destOrd="0" parTransId="{92DBC9F8-A3B0-491B-9753-D4BD7ED14110}" sibTransId="{087285A3-F5E5-4A16-B6EE-CB73238A0769}"/>
    <dgm:cxn modelId="{5A5F6C69-11CE-4213-9334-F1D0A03B3492}" type="presOf" srcId="{66DC738C-DA9A-41BE-AD82-E5ECB01A1166}" destId="{0FC40D21-A218-411F-9CE5-EF6995653157}" srcOrd="0" destOrd="0" presId="urn:microsoft.com/office/officeart/2008/layout/HorizontalMultiLevelHierarchy"/>
    <dgm:cxn modelId="{03682477-DC2C-439F-A11A-C021BD71A4C2}" srcId="{3013F38B-886A-4A00-87BF-A5F839F1EC69}" destId="{CD4A8186-9CCA-4B79-BE4A-36B0F302A05F}" srcOrd="0" destOrd="0" parTransId="{9324E0DC-E33C-41D1-8D17-CAB32A6AED01}" sibTransId="{7E2D6320-3CCC-4F72-BF22-7D4784705FCE}"/>
    <dgm:cxn modelId="{5E37F692-5BFA-46EA-B259-172968AC8CC6}" type="presOf" srcId="{8D48B7AE-F9FC-4A1A-AF09-3DA719CA591E}" destId="{EE8B3973-5B4E-4DFA-968A-4A39A8A3236E}" srcOrd="0" destOrd="0" presId="urn:microsoft.com/office/officeart/2008/layout/HorizontalMultiLevelHierarchy"/>
    <dgm:cxn modelId="{C24D85AB-E262-4059-A048-54C3D6618910}" type="presOf" srcId="{66DC738C-DA9A-41BE-AD82-E5ECB01A1166}" destId="{E148B1F4-37AB-4684-98C3-D2F24C5C7F5E}" srcOrd="1" destOrd="0" presId="urn:microsoft.com/office/officeart/2008/layout/HorizontalMultiLevelHierarchy"/>
    <dgm:cxn modelId="{56C0AF41-B35A-49E2-87C5-074EF29F7A40}" type="presParOf" srcId="{A2844DFB-19BD-4B88-BCF3-3F09157665E3}" destId="{B507840E-2D90-4D95-8658-782D0807D425}" srcOrd="0" destOrd="0" presId="urn:microsoft.com/office/officeart/2008/layout/HorizontalMultiLevelHierarchy"/>
    <dgm:cxn modelId="{78F6A677-542F-4D9B-A57E-83F8FB4F72A2}" type="presParOf" srcId="{B507840E-2D90-4D95-8658-782D0807D425}" destId="{6B066DEB-B0E7-499E-9F9B-063233E3C7C7}" srcOrd="0" destOrd="0" presId="urn:microsoft.com/office/officeart/2008/layout/HorizontalMultiLevelHierarchy"/>
    <dgm:cxn modelId="{D93FAAD2-9C1F-4472-9DCC-8D2B53E58996}" type="presParOf" srcId="{B507840E-2D90-4D95-8658-782D0807D425}" destId="{3451A027-5709-46F7-9833-3739844C9014}" srcOrd="1" destOrd="0" presId="urn:microsoft.com/office/officeart/2008/layout/HorizontalMultiLevelHierarchy"/>
    <dgm:cxn modelId="{4B680DB2-088D-4FC5-AAA0-09043D8367B1}" type="presParOf" srcId="{3451A027-5709-46F7-9833-3739844C9014}" destId="{6C0B9CEC-CC41-42F7-9F18-C4072BE86F5C}" srcOrd="0" destOrd="0" presId="urn:microsoft.com/office/officeart/2008/layout/HorizontalMultiLevelHierarchy"/>
    <dgm:cxn modelId="{32216E64-9DF2-4661-9891-B95F8D865A11}" type="presParOf" srcId="{6C0B9CEC-CC41-42F7-9F18-C4072BE86F5C}" destId="{0768AF26-E656-49F1-83E4-57DF6BA5AB52}" srcOrd="0" destOrd="0" presId="urn:microsoft.com/office/officeart/2008/layout/HorizontalMultiLevelHierarchy"/>
    <dgm:cxn modelId="{1F3E30F6-B879-425A-BE42-818AAAEA1F3E}" type="presParOf" srcId="{3451A027-5709-46F7-9833-3739844C9014}" destId="{1EEB2859-19BB-4635-A502-3A5119383DBE}" srcOrd="1" destOrd="0" presId="urn:microsoft.com/office/officeart/2008/layout/HorizontalMultiLevelHierarchy"/>
    <dgm:cxn modelId="{CCCAA16E-CF46-4893-8748-D14003F60365}" type="presParOf" srcId="{1EEB2859-19BB-4635-A502-3A5119383DBE}" destId="{571F6B32-51AF-45C7-BD38-E35AF37B18F4}" srcOrd="0" destOrd="0" presId="urn:microsoft.com/office/officeart/2008/layout/HorizontalMultiLevelHierarchy"/>
    <dgm:cxn modelId="{B3E662CB-8767-4977-B1F9-0ED79E722321}" type="presParOf" srcId="{1EEB2859-19BB-4635-A502-3A5119383DBE}" destId="{2FFF0838-5F80-483D-82FD-12A49E3E19B6}" srcOrd="1" destOrd="0" presId="urn:microsoft.com/office/officeart/2008/layout/HorizontalMultiLevelHierarchy"/>
    <dgm:cxn modelId="{90723C36-238A-4632-A2DA-426434E89FDE}" type="presParOf" srcId="{3451A027-5709-46F7-9833-3739844C9014}" destId="{0FC40D21-A218-411F-9CE5-EF6995653157}" srcOrd="2" destOrd="0" presId="urn:microsoft.com/office/officeart/2008/layout/HorizontalMultiLevelHierarchy"/>
    <dgm:cxn modelId="{D4715E55-5C94-4816-B39D-D1BF627F38D5}" type="presParOf" srcId="{0FC40D21-A218-411F-9CE5-EF6995653157}" destId="{E148B1F4-37AB-4684-98C3-D2F24C5C7F5E}" srcOrd="0" destOrd="0" presId="urn:microsoft.com/office/officeart/2008/layout/HorizontalMultiLevelHierarchy"/>
    <dgm:cxn modelId="{25048742-ED5B-4784-A991-3BF5B0281DC6}" type="presParOf" srcId="{3451A027-5709-46F7-9833-3739844C9014}" destId="{19873EFD-B214-4D55-BFDE-CACA0B6F49BB}" srcOrd="3" destOrd="0" presId="urn:microsoft.com/office/officeart/2008/layout/HorizontalMultiLevelHierarchy"/>
    <dgm:cxn modelId="{1C5BCE41-C85F-463B-B4A4-FD0E252A759B}" type="presParOf" srcId="{19873EFD-B214-4D55-BFDE-CACA0B6F49BB}" destId="{EE8B3973-5B4E-4DFA-968A-4A39A8A3236E}" srcOrd="0" destOrd="0" presId="urn:microsoft.com/office/officeart/2008/layout/HorizontalMultiLevelHierarchy"/>
    <dgm:cxn modelId="{C663E133-7320-4F5A-9401-C357B1AE8286}" type="presParOf" srcId="{19873EFD-B214-4D55-BFDE-CACA0B6F49BB}" destId="{60AF7B61-9A9B-4FE1-A4BA-B3F1DA002764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4A17B28-6547-48F5-B7C6-66E9EAF5619B}" type="doc">
      <dgm:prSet loTypeId="urn:microsoft.com/office/officeart/2005/8/layout/orgChart1" loCatId="hierarchy" qsTypeId="urn:microsoft.com/office/officeart/2005/8/quickstyle/simple3" qsCatId="simple" csTypeId="urn:microsoft.com/office/officeart/2005/8/colors/accent5_5" csCatId="accent5" phldr="1"/>
      <dgm:spPr/>
      <dgm:t>
        <a:bodyPr/>
        <a:lstStyle/>
        <a:p>
          <a:endParaRPr lang="ru-RU"/>
        </a:p>
      </dgm:t>
    </dgm:pt>
    <dgm:pt modelId="{5F0630E3-CED3-44DC-AF9D-936BC639270A}">
      <dgm:prSet phldrT="[Текст]" custT="1"/>
      <dgm:spPr/>
      <dgm:t>
        <a:bodyPr/>
        <a:lstStyle/>
        <a:p>
          <a:r>
            <a:rPr lang="ru-RU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Категории</a:t>
          </a:r>
        </a:p>
      </dgm:t>
    </dgm:pt>
    <dgm:pt modelId="{B00C0176-D220-4B50-9486-50C611E83391}" type="parTrans" cxnId="{66681FCF-9580-4DED-8E1A-D0A13B783D3B}">
      <dgm:prSet/>
      <dgm:spPr/>
      <dgm:t>
        <a:bodyPr/>
        <a:lstStyle/>
        <a:p>
          <a:endParaRPr lang="ru-RU"/>
        </a:p>
      </dgm:t>
    </dgm:pt>
    <dgm:pt modelId="{7FF5673C-466D-4A5E-AC2A-EE5C5F3459AC}" type="sibTrans" cxnId="{66681FCF-9580-4DED-8E1A-D0A13B783D3B}">
      <dgm:prSet/>
      <dgm:spPr/>
      <dgm:t>
        <a:bodyPr/>
        <a:lstStyle/>
        <a:p>
          <a:endParaRPr lang="ru-RU"/>
        </a:p>
      </dgm:t>
    </dgm:pt>
    <dgm:pt modelId="{20A0F792-754E-4247-843B-3DF436BBC4A7}">
      <dgm:prSet phldrT="[Текст]"/>
      <dgm:spPr/>
      <dgm:t>
        <a:bodyPr/>
        <a:lstStyle/>
        <a:p>
          <a:r>
            <a:rPr lang="ru-RU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философские</a:t>
          </a:r>
        </a:p>
      </dgm:t>
    </dgm:pt>
    <dgm:pt modelId="{21F54E13-B171-49A4-B340-06AB7CC741BA}" type="parTrans" cxnId="{727837CE-9717-4B16-A83F-C96E01EF2543}">
      <dgm:prSet/>
      <dgm:spPr/>
      <dgm:t>
        <a:bodyPr/>
        <a:lstStyle/>
        <a:p>
          <a:endParaRPr lang="ru-RU"/>
        </a:p>
      </dgm:t>
    </dgm:pt>
    <dgm:pt modelId="{752BA28C-AD50-44BA-914B-70B96F17F091}" type="sibTrans" cxnId="{727837CE-9717-4B16-A83F-C96E01EF2543}">
      <dgm:prSet/>
      <dgm:spPr/>
      <dgm:t>
        <a:bodyPr/>
        <a:lstStyle/>
        <a:p>
          <a:endParaRPr lang="ru-RU"/>
        </a:p>
      </dgm:t>
    </dgm:pt>
    <dgm:pt modelId="{D521488F-350D-45B9-8730-8C18F48ED147}">
      <dgm:prSet phldrT="[Текст]"/>
      <dgm:spPr/>
      <dgm:t>
        <a:bodyPr/>
        <a:lstStyle/>
        <a:p>
          <a:r>
            <a:rPr lang="ru-RU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общенаучные</a:t>
          </a:r>
        </a:p>
      </dgm:t>
    </dgm:pt>
    <dgm:pt modelId="{422C8F6F-E2EA-410A-9798-A0FE5723E648}" type="parTrans" cxnId="{426BBE84-7815-4C80-B2D7-577488E5BE65}">
      <dgm:prSet/>
      <dgm:spPr/>
      <dgm:t>
        <a:bodyPr/>
        <a:lstStyle/>
        <a:p>
          <a:endParaRPr lang="ru-RU"/>
        </a:p>
      </dgm:t>
    </dgm:pt>
    <dgm:pt modelId="{273F4967-558C-4B47-9D7C-1D079396BE80}" type="sibTrans" cxnId="{426BBE84-7815-4C80-B2D7-577488E5BE65}">
      <dgm:prSet/>
      <dgm:spPr/>
      <dgm:t>
        <a:bodyPr/>
        <a:lstStyle/>
        <a:p>
          <a:endParaRPr lang="ru-RU"/>
        </a:p>
      </dgm:t>
    </dgm:pt>
    <dgm:pt modelId="{8E462079-AA1A-4017-BD71-E033CDEE610B}">
      <dgm:prSet phldrT="[Текст]"/>
      <dgm:spPr/>
      <dgm:t>
        <a:bodyPr/>
        <a:lstStyle/>
        <a:p>
          <a:r>
            <a:rPr lang="ru-RU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собственные</a:t>
          </a:r>
        </a:p>
      </dgm:t>
    </dgm:pt>
    <dgm:pt modelId="{D946837D-0278-477B-8E69-921B0F02F9FA}" type="parTrans" cxnId="{60110D3A-2D5B-40F5-BE51-B0A30F9614CD}">
      <dgm:prSet/>
      <dgm:spPr/>
      <dgm:t>
        <a:bodyPr/>
        <a:lstStyle/>
        <a:p>
          <a:endParaRPr lang="ru-RU"/>
        </a:p>
      </dgm:t>
    </dgm:pt>
    <dgm:pt modelId="{CE7A23D7-75FB-4D30-9B84-EE65048E6F25}" type="sibTrans" cxnId="{60110D3A-2D5B-40F5-BE51-B0A30F9614CD}">
      <dgm:prSet/>
      <dgm:spPr/>
      <dgm:t>
        <a:bodyPr/>
        <a:lstStyle/>
        <a:p>
          <a:endParaRPr lang="ru-RU"/>
        </a:p>
      </dgm:t>
    </dgm:pt>
    <dgm:pt modelId="{461E8ADD-01AD-4EFE-B0AF-F6EA0842E885}">
      <dgm:prSet/>
      <dgm:spPr/>
      <dgm:t>
        <a:bodyPr/>
        <a:lstStyle/>
        <a:p>
          <a:r>
            <a:rPr lang="ru-RU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сущность и явление…</a:t>
          </a:r>
        </a:p>
      </dgm:t>
    </dgm:pt>
    <dgm:pt modelId="{05AC5D9A-AA81-4C23-A249-114B8467F836}" type="parTrans" cxnId="{AF6E4C4B-BBBF-4B59-AB10-24010E29FD4F}">
      <dgm:prSet/>
      <dgm:spPr/>
      <dgm:t>
        <a:bodyPr/>
        <a:lstStyle/>
        <a:p>
          <a:endParaRPr lang="ru-RU"/>
        </a:p>
      </dgm:t>
    </dgm:pt>
    <dgm:pt modelId="{94AC68CB-93D4-41D6-A68D-831E1BED15A3}" type="sibTrans" cxnId="{AF6E4C4B-BBBF-4B59-AB10-24010E29FD4F}">
      <dgm:prSet/>
      <dgm:spPr/>
      <dgm:t>
        <a:bodyPr/>
        <a:lstStyle/>
        <a:p>
          <a:endParaRPr lang="ru-RU"/>
        </a:p>
      </dgm:t>
    </dgm:pt>
    <dgm:pt modelId="{E9CCB533-3750-4990-9334-7066A0591D93}">
      <dgm:prSet/>
      <dgm:spPr/>
      <dgm:t>
        <a:bodyPr/>
        <a:lstStyle/>
        <a:p>
          <a:r>
            <a:rPr lang="ru-RU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система, структура…</a:t>
          </a:r>
        </a:p>
      </dgm:t>
    </dgm:pt>
    <dgm:pt modelId="{82E6364C-4E39-4E5B-9C7B-9F71499AF6B5}" type="parTrans" cxnId="{63CBAFC9-8B32-443A-8546-D27D7D31F2ED}">
      <dgm:prSet/>
      <dgm:spPr/>
      <dgm:t>
        <a:bodyPr/>
        <a:lstStyle/>
        <a:p>
          <a:endParaRPr lang="ru-RU"/>
        </a:p>
      </dgm:t>
    </dgm:pt>
    <dgm:pt modelId="{469CD392-8141-49AE-BF75-A71CA16835BD}" type="sibTrans" cxnId="{63CBAFC9-8B32-443A-8546-D27D7D31F2ED}">
      <dgm:prSet/>
      <dgm:spPr/>
      <dgm:t>
        <a:bodyPr/>
        <a:lstStyle/>
        <a:p>
          <a:endParaRPr lang="ru-RU"/>
        </a:p>
      </dgm:t>
    </dgm:pt>
    <dgm:pt modelId="{B07440C8-00B4-496B-A30D-77A772CDB5B4}">
      <dgm:prSet/>
      <dgm:spPr/>
      <dgm:t>
        <a:bodyPr/>
        <a:lstStyle/>
        <a:p>
          <a:r>
            <a:rPr lang="ru-RU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воспитание, обучение…</a:t>
          </a:r>
        </a:p>
      </dgm:t>
    </dgm:pt>
    <dgm:pt modelId="{B91ED5C7-A74E-48AE-ACCD-C50F85B161B9}" type="parTrans" cxnId="{4E5FE0A6-64B7-49F4-9608-710F1240DB06}">
      <dgm:prSet/>
      <dgm:spPr/>
      <dgm:t>
        <a:bodyPr/>
        <a:lstStyle/>
        <a:p>
          <a:endParaRPr lang="ru-RU"/>
        </a:p>
      </dgm:t>
    </dgm:pt>
    <dgm:pt modelId="{A9129C40-D939-4344-8CAD-ACB80EFF54A6}" type="sibTrans" cxnId="{4E5FE0A6-64B7-49F4-9608-710F1240DB06}">
      <dgm:prSet/>
      <dgm:spPr/>
      <dgm:t>
        <a:bodyPr/>
        <a:lstStyle/>
        <a:p>
          <a:endParaRPr lang="ru-RU"/>
        </a:p>
      </dgm:t>
    </dgm:pt>
    <dgm:pt modelId="{09FA3965-598F-4EB8-8F67-63A28FABEF4C}" type="pres">
      <dgm:prSet presAssocID="{34A17B28-6547-48F5-B7C6-66E9EAF5619B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DDAB3AC3-FB93-47D0-BAF8-DA21A2C0E588}" type="pres">
      <dgm:prSet presAssocID="{5F0630E3-CED3-44DC-AF9D-936BC639270A}" presName="hierRoot1" presStyleCnt="0">
        <dgm:presLayoutVars>
          <dgm:hierBranch val="init"/>
        </dgm:presLayoutVars>
      </dgm:prSet>
      <dgm:spPr/>
    </dgm:pt>
    <dgm:pt modelId="{61EB0AA0-6064-4CA5-BD13-DA7A13F05937}" type="pres">
      <dgm:prSet presAssocID="{5F0630E3-CED3-44DC-AF9D-936BC639270A}" presName="rootComposite1" presStyleCnt="0"/>
      <dgm:spPr/>
    </dgm:pt>
    <dgm:pt modelId="{E8E7CE4A-FFB6-4B4F-9529-55E0EC3E4E85}" type="pres">
      <dgm:prSet presAssocID="{5F0630E3-CED3-44DC-AF9D-936BC639270A}" presName="rootText1" presStyleLbl="node0" presStyleIdx="0" presStyleCnt="1">
        <dgm:presLayoutVars>
          <dgm:chPref val="3"/>
        </dgm:presLayoutVars>
      </dgm:prSet>
      <dgm:spPr/>
    </dgm:pt>
    <dgm:pt modelId="{8835E1F5-81AE-434A-AA22-B858475D3BD1}" type="pres">
      <dgm:prSet presAssocID="{5F0630E3-CED3-44DC-AF9D-936BC639270A}" presName="rootConnector1" presStyleLbl="node1" presStyleIdx="0" presStyleCnt="0"/>
      <dgm:spPr/>
    </dgm:pt>
    <dgm:pt modelId="{CF8ED654-126F-4CA2-B953-FF70EFC86D25}" type="pres">
      <dgm:prSet presAssocID="{5F0630E3-CED3-44DC-AF9D-936BC639270A}" presName="hierChild2" presStyleCnt="0"/>
      <dgm:spPr/>
    </dgm:pt>
    <dgm:pt modelId="{C7FF6B47-BA3B-4591-9F3C-C94E70523564}" type="pres">
      <dgm:prSet presAssocID="{21F54E13-B171-49A4-B340-06AB7CC741BA}" presName="Name37" presStyleLbl="parChTrans1D2" presStyleIdx="0" presStyleCnt="3"/>
      <dgm:spPr/>
    </dgm:pt>
    <dgm:pt modelId="{89028084-4A30-4F1D-A236-826A9F5F7181}" type="pres">
      <dgm:prSet presAssocID="{20A0F792-754E-4247-843B-3DF436BBC4A7}" presName="hierRoot2" presStyleCnt="0">
        <dgm:presLayoutVars>
          <dgm:hierBranch val="init"/>
        </dgm:presLayoutVars>
      </dgm:prSet>
      <dgm:spPr/>
    </dgm:pt>
    <dgm:pt modelId="{99C314BF-EB73-4F69-AFC1-41ABC9721C9F}" type="pres">
      <dgm:prSet presAssocID="{20A0F792-754E-4247-843B-3DF436BBC4A7}" presName="rootComposite" presStyleCnt="0"/>
      <dgm:spPr/>
    </dgm:pt>
    <dgm:pt modelId="{FD226B18-2030-44E0-B0DB-AD598E14FF09}" type="pres">
      <dgm:prSet presAssocID="{20A0F792-754E-4247-843B-3DF436BBC4A7}" presName="rootText" presStyleLbl="node2" presStyleIdx="0" presStyleCnt="3">
        <dgm:presLayoutVars>
          <dgm:chPref val="3"/>
        </dgm:presLayoutVars>
      </dgm:prSet>
      <dgm:spPr/>
    </dgm:pt>
    <dgm:pt modelId="{772841A6-6A7E-404B-B125-51AB6BE95A49}" type="pres">
      <dgm:prSet presAssocID="{20A0F792-754E-4247-843B-3DF436BBC4A7}" presName="rootConnector" presStyleLbl="node2" presStyleIdx="0" presStyleCnt="3"/>
      <dgm:spPr/>
    </dgm:pt>
    <dgm:pt modelId="{653E0349-4A60-434C-B8A1-BD566CABB3C8}" type="pres">
      <dgm:prSet presAssocID="{20A0F792-754E-4247-843B-3DF436BBC4A7}" presName="hierChild4" presStyleCnt="0"/>
      <dgm:spPr/>
    </dgm:pt>
    <dgm:pt modelId="{33D377F9-62D3-4294-BBF5-AED5D54212EB}" type="pres">
      <dgm:prSet presAssocID="{05AC5D9A-AA81-4C23-A249-114B8467F836}" presName="Name37" presStyleLbl="parChTrans1D3" presStyleIdx="0" presStyleCnt="3"/>
      <dgm:spPr/>
    </dgm:pt>
    <dgm:pt modelId="{8052BC8C-9407-4BA4-B7DA-64ABF13D40E0}" type="pres">
      <dgm:prSet presAssocID="{461E8ADD-01AD-4EFE-B0AF-F6EA0842E885}" presName="hierRoot2" presStyleCnt="0">
        <dgm:presLayoutVars>
          <dgm:hierBranch val="init"/>
        </dgm:presLayoutVars>
      </dgm:prSet>
      <dgm:spPr/>
    </dgm:pt>
    <dgm:pt modelId="{FE750BA3-FA4A-479A-8192-E6AD16CA929D}" type="pres">
      <dgm:prSet presAssocID="{461E8ADD-01AD-4EFE-B0AF-F6EA0842E885}" presName="rootComposite" presStyleCnt="0"/>
      <dgm:spPr/>
    </dgm:pt>
    <dgm:pt modelId="{71C4B49B-0198-448A-BE72-63EC8EDCD157}" type="pres">
      <dgm:prSet presAssocID="{461E8ADD-01AD-4EFE-B0AF-F6EA0842E885}" presName="rootText" presStyleLbl="node3" presStyleIdx="0" presStyleCnt="3">
        <dgm:presLayoutVars>
          <dgm:chPref val="3"/>
        </dgm:presLayoutVars>
      </dgm:prSet>
      <dgm:spPr/>
    </dgm:pt>
    <dgm:pt modelId="{E4F7B4A3-BBF9-425D-8F30-8CBF78A1C438}" type="pres">
      <dgm:prSet presAssocID="{461E8ADD-01AD-4EFE-B0AF-F6EA0842E885}" presName="rootConnector" presStyleLbl="node3" presStyleIdx="0" presStyleCnt="3"/>
      <dgm:spPr/>
    </dgm:pt>
    <dgm:pt modelId="{DB0B392D-985B-41B5-BFAC-E6BDD58E614E}" type="pres">
      <dgm:prSet presAssocID="{461E8ADD-01AD-4EFE-B0AF-F6EA0842E885}" presName="hierChild4" presStyleCnt="0"/>
      <dgm:spPr/>
    </dgm:pt>
    <dgm:pt modelId="{4832DCBB-E30C-4859-95C2-EC4888689C36}" type="pres">
      <dgm:prSet presAssocID="{461E8ADD-01AD-4EFE-B0AF-F6EA0842E885}" presName="hierChild5" presStyleCnt="0"/>
      <dgm:spPr/>
    </dgm:pt>
    <dgm:pt modelId="{3279D080-802B-4239-A9CD-77345E0FD7FD}" type="pres">
      <dgm:prSet presAssocID="{20A0F792-754E-4247-843B-3DF436BBC4A7}" presName="hierChild5" presStyleCnt="0"/>
      <dgm:spPr/>
    </dgm:pt>
    <dgm:pt modelId="{74571400-6CE2-471A-882B-0987B1F427C0}" type="pres">
      <dgm:prSet presAssocID="{422C8F6F-E2EA-410A-9798-A0FE5723E648}" presName="Name37" presStyleLbl="parChTrans1D2" presStyleIdx="1" presStyleCnt="3"/>
      <dgm:spPr/>
    </dgm:pt>
    <dgm:pt modelId="{ED061AA8-9F17-4C1E-9BF7-1AFF9A3F1129}" type="pres">
      <dgm:prSet presAssocID="{D521488F-350D-45B9-8730-8C18F48ED147}" presName="hierRoot2" presStyleCnt="0">
        <dgm:presLayoutVars>
          <dgm:hierBranch val="init"/>
        </dgm:presLayoutVars>
      </dgm:prSet>
      <dgm:spPr/>
    </dgm:pt>
    <dgm:pt modelId="{72DABF0F-8D89-4302-B011-E14560A9882B}" type="pres">
      <dgm:prSet presAssocID="{D521488F-350D-45B9-8730-8C18F48ED147}" presName="rootComposite" presStyleCnt="0"/>
      <dgm:spPr/>
    </dgm:pt>
    <dgm:pt modelId="{992556A0-A6B2-4F71-91FA-BA5DCF910893}" type="pres">
      <dgm:prSet presAssocID="{D521488F-350D-45B9-8730-8C18F48ED147}" presName="rootText" presStyleLbl="node2" presStyleIdx="1" presStyleCnt="3">
        <dgm:presLayoutVars>
          <dgm:chPref val="3"/>
        </dgm:presLayoutVars>
      </dgm:prSet>
      <dgm:spPr/>
    </dgm:pt>
    <dgm:pt modelId="{83692DF7-430F-4120-B933-57209AECBCE5}" type="pres">
      <dgm:prSet presAssocID="{D521488F-350D-45B9-8730-8C18F48ED147}" presName="rootConnector" presStyleLbl="node2" presStyleIdx="1" presStyleCnt="3"/>
      <dgm:spPr/>
    </dgm:pt>
    <dgm:pt modelId="{327914D7-0A43-467A-ABB7-E36F19FCAFFF}" type="pres">
      <dgm:prSet presAssocID="{D521488F-350D-45B9-8730-8C18F48ED147}" presName="hierChild4" presStyleCnt="0"/>
      <dgm:spPr/>
    </dgm:pt>
    <dgm:pt modelId="{103F280C-62CE-4FCA-8981-F14A0AEE9D5E}" type="pres">
      <dgm:prSet presAssocID="{82E6364C-4E39-4E5B-9C7B-9F71499AF6B5}" presName="Name37" presStyleLbl="parChTrans1D3" presStyleIdx="1" presStyleCnt="3"/>
      <dgm:spPr/>
    </dgm:pt>
    <dgm:pt modelId="{8B4AD1F0-30C0-4070-8D65-8FF29D392F52}" type="pres">
      <dgm:prSet presAssocID="{E9CCB533-3750-4990-9334-7066A0591D93}" presName="hierRoot2" presStyleCnt="0">
        <dgm:presLayoutVars>
          <dgm:hierBranch val="init"/>
        </dgm:presLayoutVars>
      </dgm:prSet>
      <dgm:spPr/>
    </dgm:pt>
    <dgm:pt modelId="{F746E274-251C-4662-8B2E-94FAF093D8D5}" type="pres">
      <dgm:prSet presAssocID="{E9CCB533-3750-4990-9334-7066A0591D93}" presName="rootComposite" presStyleCnt="0"/>
      <dgm:spPr/>
    </dgm:pt>
    <dgm:pt modelId="{988A3091-CE11-4F6F-B887-AD8ABD7EE7BF}" type="pres">
      <dgm:prSet presAssocID="{E9CCB533-3750-4990-9334-7066A0591D93}" presName="rootText" presStyleLbl="node3" presStyleIdx="1" presStyleCnt="3">
        <dgm:presLayoutVars>
          <dgm:chPref val="3"/>
        </dgm:presLayoutVars>
      </dgm:prSet>
      <dgm:spPr/>
    </dgm:pt>
    <dgm:pt modelId="{8C389CA9-4E33-475C-BA16-5B9588CBB22B}" type="pres">
      <dgm:prSet presAssocID="{E9CCB533-3750-4990-9334-7066A0591D93}" presName="rootConnector" presStyleLbl="node3" presStyleIdx="1" presStyleCnt="3"/>
      <dgm:spPr/>
    </dgm:pt>
    <dgm:pt modelId="{40A8AD0B-6B6D-4AC2-9B7B-ECAA59AE9A42}" type="pres">
      <dgm:prSet presAssocID="{E9CCB533-3750-4990-9334-7066A0591D93}" presName="hierChild4" presStyleCnt="0"/>
      <dgm:spPr/>
    </dgm:pt>
    <dgm:pt modelId="{DC652CA3-823B-4BE9-BE88-63CC8400585D}" type="pres">
      <dgm:prSet presAssocID="{E9CCB533-3750-4990-9334-7066A0591D93}" presName="hierChild5" presStyleCnt="0"/>
      <dgm:spPr/>
    </dgm:pt>
    <dgm:pt modelId="{8C8B8599-D800-4EB4-B9E7-9BB70B9D493D}" type="pres">
      <dgm:prSet presAssocID="{D521488F-350D-45B9-8730-8C18F48ED147}" presName="hierChild5" presStyleCnt="0"/>
      <dgm:spPr/>
    </dgm:pt>
    <dgm:pt modelId="{F9195C45-D4F0-4DE2-9629-0ABE43F7E5F2}" type="pres">
      <dgm:prSet presAssocID="{D946837D-0278-477B-8E69-921B0F02F9FA}" presName="Name37" presStyleLbl="parChTrans1D2" presStyleIdx="2" presStyleCnt="3"/>
      <dgm:spPr/>
    </dgm:pt>
    <dgm:pt modelId="{F1343C9F-CEB5-4E79-B622-71E629213E16}" type="pres">
      <dgm:prSet presAssocID="{8E462079-AA1A-4017-BD71-E033CDEE610B}" presName="hierRoot2" presStyleCnt="0">
        <dgm:presLayoutVars>
          <dgm:hierBranch val="init"/>
        </dgm:presLayoutVars>
      </dgm:prSet>
      <dgm:spPr/>
    </dgm:pt>
    <dgm:pt modelId="{3D76E362-C8BE-406D-B655-8260E7134431}" type="pres">
      <dgm:prSet presAssocID="{8E462079-AA1A-4017-BD71-E033CDEE610B}" presName="rootComposite" presStyleCnt="0"/>
      <dgm:spPr/>
    </dgm:pt>
    <dgm:pt modelId="{9D171A89-A19D-4AB3-93EC-DC156261EB31}" type="pres">
      <dgm:prSet presAssocID="{8E462079-AA1A-4017-BD71-E033CDEE610B}" presName="rootText" presStyleLbl="node2" presStyleIdx="2" presStyleCnt="3">
        <dgm:presLayoutVars>
          <dgm:chPref val="3"/>
        </dgm:presLayoutVars>
      </dgm:prSet>
      <dgm:spPr/>
    </dgm:pt>
    <dgm:pt modelId="{73FE2BD4-EEDB-4919-87AE-FA7BC0CCD692}" type="pres">
      <dgm:prSet presAssocID="{8E462079-AA1A-4017-BD71-E033CDEE610B}" presName="rootConnector" presStyleLbl="node2" presStyleIdx="2" presStyleCnt="3"/>
      <dgm:spPr/>
    </dgm:pt>
    <dgm:pt modelId="{4E4203F2-0857-4A1A-8552-53FEAF119DD1}" type="pres">
      <dgm:prSet presAssocID="{8E462079-AA1A-4017-BD71-E033CDEE610B}" presName="hierChild4" presStyleCnt="0"/>
      <dgm:spPr/>
    </dgm:pt>
    <dgm:pt modelId="{B1D819C3-6CFC-4217-83F6-B4C33CB8609E}" type="pres">
      <dgm:prSet presAssocID="{B91ED5C7-A74E-48AE-ACCD-C50F85B161B9}" presName="Name37" presStyleLbl="parChTrans1D3" presStyleIdx="2" presStyleCnt="3"/>
      <dgm:spPr/>
    </dgm:pt>
    <dgm:pt modelId="{73F16A18-5174-4765-A03C-CF0F9FCF2905}" type="pres">
      <dgm:prSet presAssocID="{B07440C8-00B4-496B-A30D-77A772CDB5B4}" presName="hierRoot2" presStyleCnt="0">
        <dgm:presLayoutVars>
          <dgm:hierBranch val="init"/>
        </dgm:presLayoutVars>
      </dgm:prSet>
      <dgm:spPr/>
    </dgm:pt>
    <dgm:pt modelId="{1051DEAE-F72E-4D85-82FD-4432A9821592}" type="pres">
      <dgm:prSet presAssocID="{B07440C8-00B4-496B-A30D-77A772CDB5B4}" presName="rootComposite" presStyleCnt="0"/>
      <dgm:spPr/>
    </dgm:pt>
    <dgm:pt modelId="{FC930C92-C3D1-49F1-BC2A-6E13DB3AD4CE}" type="pres">
      <dgm:prSet presAssocID="{B07440C8-00B4-496B-A30D-77A772CDB5B4}" presName="rootText" presStyleLbl="node3" presStyleIdx="2" presStyleCnt="3">
        <dgm:presLayoutVars>
          <dgm:chPref val="3"/>
        </dgm:presLayoutVars>
      </dgm:prSet>
      <dgm:spPr/>
    </dgm:pt>
    <dgm:pt modelId="{6D676DFC-108F-4250-A56E-79C40DF4B792}" type="pres">
      <dgm:prSet presAssocID="{B07440C8-00B4-496B-A30D-77A772CDB5B4}" presName="rootConnector" presStyleLbl="node3" presStyleIdx="2" presStyleCnt="3"/>
      <dgm:spPr/>
    </dgm:pt>
    <dgm:pt modelId="{E38701C4-C5A7-42F1-A6F4-6922C544B644}" type="pres">
      <dgm:prSet presAssocID="{B07440C8-00B4-496B-A30D-77A772CDB5B4}" presName="hierChild4" presStyleCnt="0"/>
      <dgm:spPr/>
    </dgm:pt>
    <dgm:pt modelId="{31DE403B-D45F-43C4-A9F0-A83F81402E99}" type="pres">
      <dgm:prSet presAssocID="{B07440C8-00B4-496B-A30D-77A772CDB5B4}" presName="hierChild5" presStyleCnt="0"/>
      <dgm:spPr/>
    </dgm:pt>
    <dgm:pt modelId="{5BB6E762-AC3D-40EA-AE45-E6930376E45E}" type="pres">
      <dgm:prSet presAssocID="{8E462079-AA1A-4017-BD71-E033CDEE610B}" presName="hierChild5" presStyleCnt="0"/>
      <dgm:spPr/>
    </dgm:pt>
    <dgm:pt modelId="{C0E2D1EB-CFFE-4920-A3AF-1499407BB47A}" type="pres">
      <dgm:prSet presAssocID="{5F0630E3-CED3-44DC-AF9D-936BC639270A}" presName="hierChild3" presStyleCnt="0"/>
      <dgm:spPr/>
    </dgm:pt>
  </dgm:ptLst>
  <dgm:cxnLst>
    <dgm:cxn modelId="{E4F2D016-A332-437F-B23B-9AF856A9F133}" type="presOf" srcId="{D946837D-0278-477B-8E69-921B0F02F9FA}" destId="{F9195C45-D4F0-4DE2-9629-0ABE43F7E5F2}" srcOrd="0" destOrd="0" presId="urn:microsoft.com/office/officeart/2005/8/layout/orgChart1"/>
    <dgm:cxn modelId="{16837B2E-C00F-4054-8BD3-25A1684F814F}" type="presOf" srcId="{B91ED5C7-A74E-48AE-ACCD-C50F85B161B9}" destId="{B1D819C3-6CFC-4217-83F6-B4C33CB8609E}" srcOrd="0" destOrd="0" presId="urn:microsoft.com/office/officeart/2005/8/layout/orgChart1"/>
    <dgm:cxn modelId="{93A01334-70AE-4B13-A606-C81F8492B975}" type="presOf" srcId="{05AC5D9A-AA81-4C23-A249-114B8467F836}" destId="{33D377F9-62D3-4294-BBF5-AED5D54212EB}" srcOrd="0" destOrd="0" presId="urn:microsoft.com/office/officeart/2005/8/layout/orgChart1"/>
    <dgm:cxn modelId="{60110D3A-2D5B-40F5-BE51-B0A30F9614CD}" srcId="{5F0630E3-CED3-44DC-AF9D-936BC639270A}" destId="{8E462079-AA1A-4017-BD71-E033CDEE610B}" srcOrd="2" destOrd="0" parTransId="{D946837D-0278-477B-8E69-921B0F02F9FA}" sibTransId="{CE7A23D7-75FB-4D30-9B84-EE65048E6F25}"/>
    <dgm:cxn modelId="{0779B960-B173-47EA-99CC-DEC5EBD48AA7}" type="presOf" srcId="{8E462079-AA1A-4017-BD71-E033CDEE610B}" destId="{9D171A89-A19D-4AB3-93EC-DC156261EB31}" srcOrd="0" destOrd="0" presId="urn:microsoft.com/office/officeart/2005/8/layout/orgChart1"/>
    <dgm:cxn modelId="{27127642-066B-409E-A8B7-109D2EFD3C54}" type="presOf" srcId="{8E462079-AA1A-4017-BD71-E033CDEE610B}" destId="{73FE2BD4-EEDB-4919-87AE-FA7BC0CCD692}" srcOrd="1" destOrd="0" presId="urn:microsoft.com/office/officeart/2005/8/layout/orgChart1"/>
    <dgm:cxn modelId="{93808A69-2A79-44CC-B662-C4CB7F054311}" type="presOf" srcId="{D521488F-350D-45B9-8730-8C18F48ED147}" destId="{992556A0-A6B2-4F71-91FA-BA5DCF910893}" srcOrd="0" destOrd="0" presId="urn:microsoft.com/office/officeart/2005/8/layout/orgChart1"/>
    <dgm:cxn modelId="{AF6E4C4B-BBBF-4B59-AB10-24010E29FD4F}" srcId="{20A0F792-754E-4247-843B-3DF436BBC4A7}" destId="{461E8ADD-01AD-4EFE-B0AF-F6EA0842E885}" srcOrd="0" destOrd="0" parTransId="{05AC5D9A-AA81-4C23-A249-114B8467F836}" sibTransId="{94AC68CB-93D4-41D6-A68D-831E1BED15A3}"/>
    <dgm:cxn modelId="{DF64634D-7762-49DA-87E3-9F798B36E981}" type="presOf" srcId="{5F0630E3-CED3-44DC-AF9D-936BC639270A}" destId="{E8E7CE4A-FFB6-4B4F-9529-55E0EC3E4E85}" srcOrd="0" destOrd="0" presId="urn:microsoft.com/office/officeart/2005/8/layout/orgChart1"/>
    <dgm:cxn modelId="{56FE5176-2DAE-4044-B4FF-E32A2B8D46BC}" type="presOf" srcId="{461E8ADD-01AD-4EFE-B0AF-F6EA0842E885}" destId="{E4F7B4A3-BBF9-425D-8F30-8CBF78A1C438}" srcOrd="1" destOrd="0" presId="urn:microsoft.com/office/officeart/2005/8/layout/orgChart1"/>
    <dgm:cxn modelId="{0E811259-C282-4E0B-A80F-7ED5B536F2AE}" type="presOf" srcId="{20A0F792-754E-4247-843B-3DF436BBC4A7}" destId="{772841A6-6A7E-404B-B125-51AB6BE95A49}" srcOrd="1" destOrd="0" presId="urn:microsoft.com/office/officeart/2005/8/layout/orgChart1"/>
    <dgm:cxn modelId="{A40F327C-2967-4A5D-A6A6-4B736835AD75}" type="presOf" srcId="{82E6364C-4E39-4E5B-9C7B-9F71499AF6B5}" destId="{103F280C-62CE-4FCA-8981-F14A0AEE9D5E}" srcOrd="0" destOrd="0" presId="urn:microsoft.com/office/officeart/2005/8/layout/orgChart1"/>
    <dgm:cxn modelId="{426BBE84-7815-4C80-B2D7-577488E5BE65}" srcId="{5F0630E3-CED3-44DC-AF9D-936BC639270A}" destId="{D521488F-350D-45B9-8730-8C18F48ED147}" srcOrd="1" destOrd="0" parTransId="{422C8F6F-E2EA-410A-9798-A0FE5723E648}" sibTransId="{273F4967-558C-4B47-9D7C-1D079396BE80}"/>
    <dgm:cxn modelId="{CDE07785-E22A-4EDC-A7A7-5B918637C39F}" type="presOf" srcId="{B07440C8-00B4-496B-A30D-77A772CDB5B4}" destId="{6D676DFC-108F-4250-A56E-79C40DF4B792}" srcOrd="1" destOrd="0" presId="urn:microsoft.com/office/officeart/2005/8/layout/orgChart1"/>
    <dgm:cxn modelId="{4E5FE0A6-64B7-49F4-9608-710F1240DB06}" srcId="{8E462079-AA1A-4017-BD71-E033CDEE610B}" destId="{B07440C8-00B4-496B-A30D-77A772CDB5B4}" srcOrd="0" destOrd="0" parTransId="{B91ED5C7-A74E-48AE-ACCD-C50F85B161B9}" sibTransId="{A9129C40-D939-4344-8CAD-ACB80EFF54A6}"/>
    <dgm:cxn modelId="{24F409BB-0EF7-41E1-B78F-6267E4B5094E}" type="presOf" srcId="{21F54E13-B171-49A4-B340-06AB7CC741BA}" destId="{C7FF6B47-BA3B-4591-9F3C-C94E70523564}" srcOrd="0" destOrd="0" presId="urn:microsoft.com/office/officeart/2005/8/layout/orgChart1"/>
    <dgm:cxn modelId="{923CD5C1-3427-4114-AE19-3C817DA465D2}" type="presOf" srcId="{E9CCB533-3750-4990-9334-7066A0591D93}" destId="{8C389CA9-4E33-475C-BA16-5B9588CBB22B}" srcOrd="1" destOrd="0" presId="urn:microsoft.com/office/officeart/2005/8/layout/orgChart1"/>
    <dgm:cxn modelId="{B1E425C2-0B09-4762-94CC-0ADE21F0AC1C}" type="presOf" srcId="{34A17B28-6547-48F5-B7C6-66E9EAF5619B}" destId="{09FA3965-598F-4EB8-8F67-63A28FABEF4C}" srcOrd="0" destOrd="0" presId="urn:microsoft.com/office/officeart/2005/8/layout/orgChart1"/>
    <dgm:cxn modelId="{63CBAFC9-8B32-443A-8546-D27D7D31F2ED}" srcId="{D521488F-350D-45B9-8730-8C18F48ED147}" destId="{E9CCB533-3750-4990-9334-7066A0591D93}" srcOrd="0" destOrd="0" parTransId="{82E6364C-4E39-4E5B-9C7B-9F71499AF6B5}" sibTransId="{469CD392-8141-49AE-BF75-A71CA16835BD}"/>
    <dgm:cxn modelId="{727837CE-9717-4B16-A83F-C96E01EF2543}" srcId="{5F0630E3-CED3-44DC-AF9D-936BC639270A}" destId="{20A0F792-754E-4247-843B-3DF436BBC4A7}" srcOrd="0" destOrd="0" parTransId="{21F54E13-B171-49A4-B340-06AB7CC741BA}" sibTransId="{752BA28C-AD50-44BA-914B-70B96F17F091}"/>
    <dgm:cxn modelId="{66681FCF-9580-4DED-8E1A-D0A13B783D3B}" srcId="{34A17B28-6547-48F5-B7C6-66E9EAF5619B}" destId="{5F0630E3-CED3-44DC-AF9D-936BC639270A}" srcOrd="0" destOrd="0" parTransId="{B00C0176-D220-4B50-9486-50C611E83391}" sibTransId="{7FF5673C-466D-4A5E-AC2A-EE5C5F3459AC}"/>
    <dgm:cxn modelId="{853444D9-7E2A-4035-A3EE-27B9B2204532}" type="presOf" srcId="{B07440C8-00B4-496B-A30D-77A772CDB5B4}" destId="{FC930C92-C3D1-49F1-BC2A-6E13DB3AD4CE}" srcOrd="0" destOrd="0" presId="urn:microsoft.com/office/officeart/2005/8/layout/orgChart1"/>
    <dgm:cxn modelId="{75DF57D9-C3B2-4859-BDFA-02A917644288}" type="presOf" srcId="{20A0F792-754E-4247-843B-3DF436BBC4A7}" destId="{FD226B18-2030-44E0-B0DB-AD598E14FF09}" srcOrd="0" destOrd="0" presId="urn:microsoft.com/office/officeart/2005/8/layout/orgChart1"/>
    <dgm:cxn modelId="{6D1D11DA-48B7-4A2F-833A-30C4E93964C0}" type="presOf" srcId="{422C8F6F-E2EA-410A-9798-A0FE5723E648}" destId="{74571400-6CE2-471A-882B-0987B1F427C0}" srcOrd="0" destOrd="0" presId="urn:microsoft.com/office/officeart/2005/8/layout/orgChart1"/>
    <dgm:cxn modelId="{0F37A7DF-E6CF-4FBB-89FE-052EBEE31D7D}" type="presOf" srcId="{461E8ADD-01AD-4EFE-B0AF-F6EA0842E885}" destId="{71C4B49B-0198-448A-BE72-63EC8EDCD157}" srcOrd="0" destOrd="0" presId="urn:microsoft.com/office/officeart/2005/8/layout/orgChart1"/>
    <dgm:cxn modelId="{6D86A3E5-5198-4BCC-9600-AC255AAA98B1}" type="presOf" srcId="{E9CCB533-3750-4990-9334-7066A0591D93}" destId="{988A3091-CE11-4F6F-B887-AD8ABD7EE7BF}" srcOrd="0" destOrd="0" presId="urn:microsoft.com/office/officeart/2005/8/layout/orgChart1"/>
    <dgm:cxn modelId="{E832C4E5-1135-405C-B24A-D2F23C45376F}" type="presOf" srcId="{5F0630E3-CED3-44DC-AF9D-936BC639270A}" destId="{8835E1F5-81AE-434A-AA22-B858475D3BD1}" srcOrd="1" destOrd="0" presId="urn:microsoft.com/office/officeart/2005/8/layout/orgChart1"/>
    <dgm:cxn modelId="{56E549EF-C996-41B0-95FD-314BE4A4971F}" type="presOf" srcId="{D521488F-350D-45B9-8730-8C18F48ED147}" destId="{83692DF7-430F-4120-B933-57209AECBCE5}" srcOrd="1" destOrd="0" presId="urn:microsoft.com/office/officeart/2005/8/layout/orgChart1"/>
    <dgm:cxn modelId="{EC13D4CA-020E-4CE9-B7BB-1E50930DD574}" type="presParOf" srcId="{09FA3965-598F-4EB8-8F67-63A28FABEF4C}" destId="{DDAB3AC3-FB93-47D0-BAF8-DA21A2C0E588}" srcOrd="0" destOrd="0" presId="urn:microsoft.com/office/officeart/2005/8/layout/orgChart1"/>
    <dgm:cxn modelId="{96159D9A-CE66-40C6-9581-0A36C0667798}" type="presParOf" srcId="{DDAB3AC3-FB93-47D0-BAF8-DA21A2C0E588}" destId="{61EB0AA0-6064-4CA5-BD13-DA7A13F05937}" srcOrd="0" destOrd="0" presId="urn:microsoft.com/office/officeart/2005/8/layout/orgChart1"/>
    <dgm:cxn modelId="{2757F67F-541B-4E6E-B467-AF87D7714880}" type="presParOf" srcId="{61EB0AA0-6064-4CA5-BD13-DA7A13F05937}" destId="{E8E7CE4A-FFB6-4B4F-9529-55E0EC3E4E85}" srcOrd="0" destOrd="0" presId="urn:microsoft.com/office/officeart/2005/8/layout/orgChart1"/>
    <dgm:cxn modelId="{8B2A4C01-9E15-4510-A203-98FD652CF7BE}" type="presParOf" srcId="{61EB0AA0-6064-4CA5-BD13-DA7A13F05937}" destId="{8835E1F5-81AE-434A-AA22-B858475D3BD1}" srcOrd="1" destOrd="0" presId="urn:microsoft.com/office/officeart/2005/8/layout/orgChart1"/>
    <dgm:cxn modelId="{4EF729A8-0EC6-48E5-986E-31CD0DC52EB9}" type="presParOf" srcId="{DDAB3AC3-FB93-47D0-BAF8-DA21A2C0E588}" destId="{CF8ED654-126F-4CA2-B953-FF70EFC86D25}" srcOrd="1" destOrd="0" presId="urn:microsoft.com/office/officeart/2005/8/layout/orgChart1"/>
    <dgm:cxn modelId="{B53BD13F-28B1-4564-9192-86B026638838}" type="presParOf" srcId="{CF8ED654-126F-4CA2-B953-FF70EFC86D25}" destId="{C7FF6B47-BA3B-4591-9F3C-C94E70523564}" srcOrd="0" destOrd="0" presId="urn:microsoft.com/office/officeart/2005/8/layout/orgChart1"/>
    <dgm:cxn modelId="{51ECB488-29D5-4EBA-A946-B7866CF19331}" type="presParOf" srcId="{CF8ED654-126F-4CA2-B953-FF70EFC86D25}" destId="{89028084-4A30-4F1D-A236-826A9F5F7181}" srcOrd="1" destOrd="0" presId="urn:microsoft.com/office/officeart/2005/8/layout/orgChart1"/>
    <dgm:cxn modelId="{E6044691-C743-4015-A6BE-50077406303A}" type="presParOf" srcId="{89028084-4A30-4F1D-A236-826A9F5F7181}" destId="{99C314BF-EB73-4F69-AFC1-41ABC9721C9F}" srcOrd="0" destOrd="0" presId="urn:microsoft.com/office/officeart/2005/8/layout/orgChart1"/>
    <dgm:cxn modelId="{FC3A1874-7DA7-4AA4-8EE8-26A0EE5606F1}" type="presParOf" srcId="{99C314BF-EB73-4F69-AFC1-41ABC9721C9F}" destId="{FD226B18-2030-44E0-B0DB-AD598E14FF09}" srcOrd="0" destOrd="0" presId="urn:microsoft.com/office/officeart/2005/8/layout/orgChart1"/>
    <dgm:cxn modelId="{7ED54CFF-1D52-4F69-BB9E-2538DA0ED593}" type="presParOf" srcId="{99C314BF-EB73-4F69-AFC1-41ABC9721C9F}" destId="{772841A6-6A7E-404B-B125-51AB6BE95A49}" srcOrd="1" destOrd="0" presId="urn:microsoft.com/office/officeart/2005/8/layout/orgChart1"/>
    <dgm:cxn modelId="{5E095431-53F5-401B-BE11-891D3EE695B9}" type="presParOf" srcId="{89028084-4A30-4F1D-A236-826A9F5F7181}" destId="{653E0349-4A60-434C-B8A1-BD566CABB3C8}" srcOrd="1" destOrd="0" presId="urn:microsoft.com/office/officeart/2005/8/layout/orgChart1"/>
    <dgm:cxn modelId="{9DD02869-C7F4-4724-B97F-FB8244AFABB0}" type="presParOf" srcId="{653E0349-4A60-434C-B8A1-BD566CABB3C8}" destId="{33D377F9-62D3-4294-BBF5-AED5D54212EB}" srcOrd="0" destOrd="0" presId="urn:microsoft.com/office/officeart/2005/8/layout/orgChart1"/>
    <dgm:cxn modelId="{250E67FE-3B76-4479-B68F-6042A1B10C85}" type="presParOf" srcId="{653E0349-4A60-434C-B8A1-BD566CABB3C8}" destId="{8052BC8C-9407-4BA4-B7DA-64ABF13D40E0}" srcOrd="1" destOrd="0" presId="urn:microsoft.com/office/officeart/2005/8/layout/orgChart1"/>
    <dgm:cxn modelId="{3AFB5C7A-260A-4CBE-890F-85ED6E22D446}" type="presParOf" srcId="{8052BC8C-9407-4BA4-B7DA-64ABF13D40E0}" destId="{FE750BA3-FA4A-479A-8192-E6AD16CA929D}" srcOrd="0" destOrd="0" presId="urn:microsoft.com/office/officeart/2005/8/layout/orgChart1"/>
    <dgm:cxn modelId="{2DEA5482-4DAB-4670-99FD-0D9257822CEB}" type="presParOf" srcId="{FE750BA3-FA4A-479A-8192-E6AD16CA929D}" destId="{71C4B49B-0198-448A-BE72-63EC8EDCD157}" srcOrd="0" destOrd="0" presId="urn:microsoft.com/office/officeart/2005/8/layout/orgChart1"/>
    <dgm:cxn modelId="{6EA5C3E5-50CD-4AA0-A43B-C2F0A3532EB5}" type="presParOf" srcId="{FE750BA3-FA4A-479A-8192-E6AD16CA929D}" destId="{E4F7B4A3-BBF9-425D-8F30-8CBF78A1C438}" srcOrd="1" destOrd="0" presId="urn:microsoft.com/office/officeart/2005/8/layout/orgChart1"/>
    <dgm:cxn modelId="{353CAD84-51C1-4EDB-A986-3119A851AD05}" type="presParOf" srcId="{8052BC8C-9407-4BA4-B7DA-64ABF13D40E0}" destId="{DB0B392D-985B-41B5-BFAC-E6BDD58E614E}" srcOrd="1" destOrd="0" presId="urn:microsoft.com/office/officeart/2005/8/layout/orgChart1"/>
    <dgm:cxn modelId="{A79DFB46-8562-4291-B054-62C3D5CFF5B4}" type="presParOf" srcId="{8052BC8C-9407-4BA4-B7DA-64ABF13D40E0}" destId="{4832DCBB-E30C-4859-95C2-EC4888689C36}" srcOrd="2" destOrd="0" presId="urn:microsoft.com/office/officeart/2005/8/layout/orgChart1"/>
    <dgm:cxn modelId="{DC3F08E3-B071-4201-ADD8-F42046B825F3}" type="presParOf" srcId="{89028084-4A30-4F1D-A236-826A9F5F7181}" destId="{3279D080-802B-4239-A9CD-77345E0FD7FD}" srcOrd="2" destOrd="0" presId="urn:microsoft.com/office/officeart/2005/8/layout/orgChart1"/>
    <dgm:cxn modelId="{31AF20C3-E73D-44E0-87A7-95D2424E7C8D}" type="presParOf" srcId="{CF8ED654-126F-4CA2-B953-FF70EFC86D25}" destId="{74571400-6CE2-471A-882B-0987B1F427C0}" srcOrd="2" destOrd="0" presId="urn:microsoft.com/office/officeart/2005/8/layout/orgChart1"/>
    <dgm:cxn modelId="{80DB1351-83D8-44B0-8833-B4643CF91B54}" type="presParOf" srcId="{CF8ED654-126F-4CA2-B953-FF70EFC86D25}" destId="{ED061AA8-9F17-4C1E-9BF7-1AFF9A3F1129}" srcOrd="3" destOrd="0" presId="urn:microsoft.com/office/officeart/2005/8/layout/orgChart1"/>
    <dgm:cxn modelId="{728075A1-466D-4876-8989-C5D3775C0453}" type="presParOf" srcId="{ED061AA8-9F17-4C1E-9BF7-1AFF9A3F1129}" destId="{72DABF0F-8D89-4302-B011-E14560A9882B}" srcOrd="0" destOrd="0" presId="urn:microsoft.com/office/officeart/2005/8/layout/orgChart1"/>
    <dgm:cxn modelId="{76420ADD-BB53-4FD8-B1FE-DE7A02DDADB6}" type="presParOf" srcId="{72DABF0F-8D89-4302-B011-E14560A9882B}" destId="{992556A0-A6B2-4F71-91FA-BA5DCF910893}" srcOrd="0" destOrd="0" presId="urn:microsoft.com/office/officeart/2005/8/layout/orgChart1"/>
    <dgm:cxn modelId="{D289BF5E-3CCE-44ED-84EB-F219953A1FDC}" type="presParOf" srcId="{72DABF0F-8D89-4302-B011-E14560A9882B}" destId="{83692DF7-430F-4120-B933-57209AECBCE5}" srcOrd="1" destOrd="0" presId="urn:microsoft.com/office/officeart/2005/8/layout/orgChart1"/>
    <dgm:cxn modelId="{1C663B19-046C-438F-8A56-8D2CB8F5F08A}" type="presParOf" srcId="{ED061AA8-9F17-4C1E-9BF7-1AFF9A3F1129}" destId="{327914D7-0A43-467A-ABB7-E36F19FCAFFF}" srcOrd="1" destOrd="0" presId="urn:microsoft.com/office/officeart/2005/8/layout/orgChart1"/>
    <dgm:cxn modelId="{60B3CD0B-9D07-42D4-9FF8-15EC146CE1FE}" type="presParOf" srcId="{327914D7-0A43-467A-ABB7-E36F19FCAFFF}" destId="{103F280C-62CE-4FCA-8981-F14A0AEE9D5E}" srcOrd="0" destOrd="0" presId="urn:microsoft.com/office/officeart/2005/8/layout/orgChart1"/>
    <dgm:cxn modelId="{AED1E94C-04DA-44CB-BAD1-DEAE5427633B}" type="presParOf" srcId="{327914D7-0A43-467A-ABB7-E36F19FCAFFF}" destId="{8B4AD1F0-30C0-4070-8D65-8FF29D392F52}" srcOrd="1" destOrd="0" presId="urn:microsoft.com/office/officeart/2005/8/layout/orgChart1"/>
    <dgm:cxn modelId="{A30F048E-1B79-4476-8C60-609B98C7F612}" type="presParOf" srcId="{8B4AD1F0-30C0-4070-8D65-8FF29D392F52}" destId="{F746E274-251C-4662-8B2E-94FAF093D8D5}" srcOrd="0" destOrd="0" presId="urn:microsoft.com/office/officeart/2005/8/layout/orgChart1"/>
    <dgm:cxn modelId="{35AD763E-0207-4515-AA56-8AF79D3DFDE4}" type="presParOf" srcId="{F746E274-251C-4662-8B2E-94FAF093D8D5}" destId="{988A3091-CE11-4F6F-B887-AD8ABD7EE7BF}" srcOrd="0" destOrd="0" presId="urn:microsoft.com/office/officeart/2005/8/layout/orgChart1"/>
    <dgm:cxn modelId="{4B06180F-17D0-484D-BF4D-99FD897907FC}" type="presParOf" srcId="{F746E274-251C-4662-8B2E-94FAF093D8D5}" destId="{8C389CA9-4E33-475C-BA16-5B9588CBB22B}" srcOrd="1" destOrd="0" presId="urn:microsoft.com/office/officeart/2005/8/layout/orgChart1"/>
    <dgm:cxn modelId="{827A262D-AA3A-4619-A7CE-344A6287312B}" type="presParOf" srcId="{8B4AD1F0-30C0-4070-8D65-8FF29D392F52}" destId="{40A8AD0B-6B6D-4AC2-9B7B-ECAA59AE9A42}" srcOrd="1" destOrd="0" presId="urn:microsoft.com/office/officeart/2005/8/layout/orgChart1"/>
    <dgm:cxn modelId="{F425C992-37A1-4C5B-BEF7-C4E69F449C5E}" type="presParOf" srcId="{8B4AD1F0-30C0-4070-8D65-8FF29D392F52}" destId="{DC652CA3-823B-4BE9-BE88-63CC8400585D}" srcOrd="2" destOrd="0" presId="urn:microsoft.com/office/officeart/2005/8/layout/orgChart1"/>
    <dgm:cxn modelId="{0E404857-C923-429A-B400-9C299448CBAE}" type="presParOf" srcId="{ED061AA8-9F17-4C1E-9BF7-1AFF9A3F1129}" destId="{8C8B8599-D800-4EB4-B9E7-9BB70B9D493D}" srcOrd="2" destOrd="0" presId="urn:microsoft.com/office/officeart/2005/8/layout/orgChart1"/>
    <dgm:cxn modelId="{0DCA8CF5-1948-4821-8992-5315E27D4FE3}" type="presParOf" srcId="{CF8ED654-126F-4CA2-B953-FF70EFC86D25}" destId="{F9195C45-D4F0-4DE2-9629-0ABE43F7E5F2}" srcOrd="4" destOrd="0" presId="urn:microsoft.com/office/officeart/2005/8/layout/orgChart1"/>
    <dgm:cxn modelId="{5FB416BB-D7CC-4793-AADE-D05D37959FCC}" type="presParOf" srcId="{CF8ED654-126F-4CA2-B953-FF70EFC86D25}" destId="{F1343C9F-CEB5-4E79-B622-71E629213E16}" srcOrd="5" destOrd="0" presId="urn:microsoft.com/office/officeart/2005/8/layout/orgChart1"/>
    <dgm:cxn modelId="{690E39B0-3626-4FE9-B341-13F2D921C238}" type="presParOf" srcId="{F1343C9F-CEB5-4E79-B622-71E629213E16}" destId="{3D76E362-C8BE-406D-B655-8260E7134431}" srcOrd="0" destOrd="0" presId="urn:microsoft.com/office/officeart/2005/8/layout/orgChart1"/>
    <dgm:cxn modelId="{ABE1A588-A3CE-434C-91E1-E46E49FC3125}" type="presParOf" srcId="{3D76E362-C8BE-406D-B655-8260E7134431}" destId="{9D171A89-A19D-4AB3-93EC-DC156261EB31}" srcOrd="0" destOrd="0" presId="urn:microsoft.com/office/officeart/2005/8/layout/orgChart1"/>
    <dgm:cxn modelId="{62243AB0-1B19-4802-A148-85D5DE4C633B}" type="presParOf" srcId="{3D76E362-C8BE-406D-B655-8260E7134431}" destId="{73FE2BD4-EEDB-4919-87AE-FA7BC0CCD692}" srcOrd="1" destOrd="0" presId="urn:microsoft.com/office/officeart/2005/8/layout/orgChart1"/>
    <dgm:cxn modelId="{78EC5B45-33DE-4761-B91C-8852CCDC6C7F}" type="presParOf" srcId="{F1343C9F-CEB5-4E79-B622-71E629213E16}" destId="{4E4203F2-0857-4A1A-8552-53FEAF119DD1}" srcOrd="1" destOrd="0" presId="urn:microsoft.com/office/officeart/2005/8/layout/orgChart1"/>
    <dgm:cxn modelId="{CA2C30A0-A118-4A2D-B703-B5A1E1A8E445}" type="presParOf" srcId="{4E4203F2-0857-4A1A-8552-53FEAF119DD1}" destId="{B1D819C3-6CFC-4217-83F6-B4C33CB8609E}" srcOrd="0" destOrd="0" presId="urn:microsoft.com/office/officeart/2005/8/layout/orgChart1"/>
    <dgm:cxn modelId="{ACF441B9-79F6-4E74-9C08-D1B16174598E}" type="presParOf" srcId="{4E4203F2-0857-4A1A-8552-53FEAF119DD1}" destId="{73F16A18-5174-4765-A03C-CF0F9FCF2905}" srcOrd="1" destOrd="0" presId="urn:microsoft.com/office/officeart/2005/8/layout/orgChart1"/>
    <dgm:cxn modelId="{5A3A9F16-2571-4C22-9EB2-2B714470BDC2}" type="presParOf" srcId="{73F16A18-5174-4765-A03C-CF0F9FCF2905}" destId="{1051DEAE-F72E-4D85-82FD-4432A9821592}" srcOrd="0" destOrd="0" presId="urn:microsoft.com/office/officeart/2005/8/layout/orgChart1"/>
    <dgm:cxn modelId="{06C2E696-8BE1-467F-A595-3F38518FC04F}" type="presParOf" srcId="{1051DEAE-F72E-4D85-82FD-4432A9821592}" destId="{FC930C92-C3D1-49F1-BC2A-6E13DB3AD4CE}" srcOrd="0" destOrd="0" presId="urn:microsoft.com/office/officeart/2005/8/layout/orgChart1"/>
    <dgm:cxn modelId="{5E326251-2E24-4FBF-B883-F35B71429E7E}" type="presParOf" srcId="{1051DEAE-F72E-4D85-82FD-4432A9821592}" destId="{6D676DFC-108F-4250-A56E-79C40DF4B792}" srcOrd="1" destOrd="0" presId="urn:microsoft.com/office/officeart/2005/8/layout/orgChart1"/>
    <dgm:cxn modelId="{4960508E-4F61-40A7-B0F3-314F8F61875A}" type="presParOf" srcId="{73F16A18-5174-4765-A03C-CF0F9FCF2905}" destId="{E38701C4-C5A7-42F1-A6F4-6922C544B644}" srcOrd="1" destOrd="0" presId="urn:microsoft.com/office/officeart/2005/8/layout/orgChart1"/>
    <dgm:cxn modelId="{083ECA46-C1B2-4117-83FA-60218EAA1A51}" type="presParOf" srcId="{73F16A18-5174-4765-A03C-CF0F9FCF2905}" destId="{31DE403B-D45F-43C4-A9F0-A83F81402E99}" srcOrd="2" destOrd="0" presId="urn:microsoft.com/office/officeart/2005/8/layout/orgChart1"/>
    <dgm:cxn modelId="{CD098147-F8E4-4F70-B828-44E6A70AC55C}" type="presParOf" srcId="{F1343C9F-CEB5-4E79-B622-71E629213E16}" destId="{5BB6E762-AC3D-40EA-AE45-E6930376E45E}" srcOrd="2" destOrd="0" presId="urn:microsoft.com/office/officeart/2005/8/layout/orgChart1"/>
    <dgm:cxn modelId="{2DF1BE3D-EE9C-4661-8C31-927F369CBB1B}" type="presParOf" srcId="{DDAB3AC3-FB93-47D0-BAF8-DA21A2C0E588}" destId="{C0E2D1EB-CFFE-4920-A3AF-1499407BB47A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26A6785-6027-43AA-B7AE-E323E7F30697}" type="doc">
      <dgm:prSet loTypeId="urn:microsoft.com/office/officeart/2005/8/layout/radial5" loCatId="cycle" qsTypeId="urn:microsoft.com/office/officeart/2005/8/quickstyle/3d9" qsCatId="3D" csTypeId="urn:microsoft.com/office/officeart/2005/8/colors/colorful1#1" csCatId="colorful" phldr="1"/>
      <dgm:spPr/>
      <dgm:t>
        <a:bodyPr/>
        <a:lstStyle/>
        <a:p>
          <a:endParaRPr lang="ru-RU"/>
        </a:p>
      </dgm:t>
    </dgm:pt>
    <dgm:pt modelId="{2C00568E-B50C-468B-9222-93853946145D}">
      <dgm:prSet phldrT="[Текст]" custT="1"/>
      <dgm:spPr/>
      <dgm:t>
        <a:bodyPr/>
        <a:lstStyle/>
        <a:p>
          <a:r>
            <a:rPr lang="ru-RU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педагогика</a:t>
          </a:r>
        </a:p>
      </dgm:t>
    </dgm:pt>
    <dgm:pt modelId="{69899156-52E8-4A40-8CDC-96F9A6D1455E}" type="parTrans" cxnId="{82A479FA-E435-470E-8ABC-BF55A0278BA6}">
      <dgm:prSet/>
      <dgm:spPr/>
      <dgm:t>
        <a:bodyPr/>
        <a:lstStyle/>
        <a:p>
          <a:endParaRPr lang="ru-RU"/>
        </a:p>
      </dgm:t>
    </dgm:pt>
    <dgm:pt modelId="{A9295539-0479-4416-B500-AE2DAD214D38}" type="sibTrans" cxnId="{82A479FA-E435-470E-8ABC-BF55A0278BA6}">
      <dgm:prSet/>
      <dgm:spPr/>
      <dgm:t>
        <a:bodyPr/>
        <a:lstStyle/>
        <a:p>
          <a:endParaRPr lang="ru-RU"/>
        </a:p>
      </dgm:t>
    </dgm:pt>
    <dgm:pt modelId="{425F90F3-50E1-4DC2-8F18-44474DC34205}">
      <dgm:prSet phldrT="[Текст]" custT="1"/>
      <dgm:spPr/>
      <dgm:t>
        <a:bodyPr/>
        <a:lstStyle/>
        <a:p>
          <a:r>
            <a:rPr lang="ru-RU" sz="2400" b="1" baseline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философия</a:t>
          </a:r>
        </a:p>
      </dgm:t>
    </dgm:pt>
    <dgm:pt modelId="{67D79757-30C0-4EEA-A58A-83B4494F6256}" type="parTrans" cxnId="{1D226727-8291-4746-952D-C9EFDF17DE4D}">
      <dgm:prSet/>
      <dgm:spPr/>
      <dgm:t>
        <a:bodyPr/>
        <a:lstStyle/>
        <a:p>
          <a:endParaRPr lang="ru-RU"/>
        </a:p>
      </dgm:t>
    </dgm:pt>
    <dgm:pt modelId="{3F1BECB1-28A4-4802-BE56-D1F93EC3678D}" type="sibTrans" cxnId="{1D226727-8291-4746-952D-C9EFDF17DE4D}">
      <dgm:prSet/>
      <dgm:spPr/>
      <dgm:t>
        <a:bodyPr/>
        <a:lstStyle/>
        <a:p>
          <a:endParaRPr lang="ru-RU"/>
        </a:p>
      </dgm:t>
    </dgm:pt>
    <dgm:pt modelId="{83378223-29A6-436B-AA4B-8ABBEB306117}">
      <dgm:prSet phldrT="[Текст]" custT="1"/>
      <dgm:spPr/>
      <dgm:t>
        <a:bodyPr/>
        <a:lstStyle/>
        <a:p>
          <a:r>
            <a:rPr lang="ru-RU" sz="2400" b="1" baseline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психология</a:t>
          </a:r>
        </a:p>
      </dgm:t>
    </dgm:pt>
    <dgm:pt modelId="{88F8F999-454F-4340-A82C-865739ADB679}" type="parTrans" cxnId="{EF33FC93-D46E-462C-BAB7-DA5F14B40474}">
      <dgm:prSet/>
      <dgm:spPr/>
      <dgm:t>
        <a:bodyPr/>
        <a:lstStyle/>
        <a:p>
          <a:endParaRPr lang="ru-RU"/>
        </a:p>
      </dgm:t>
    </dgm:pt>
    <dgm:pt modelId="{BE5BD451-CDD4-48EF-A66B-1AD6950142FF}" type="sibTrans" cxnId="{EF33FC93-D46E-462C-BAB7-DA5F14B40474}">
      <dgm:prSet/>
      <dgm:spPr/>
      <dgm:t>
        <a:bodyPr/>
        <a:lstStyle/>
        <a:p>
          <a:endParaRPr lang="ru-RU"/>
        </a:p>
      </dgm:t>
    </dgm:pt>
    <dgm:pt modelId="{68589A02-54FE-47B6-A1E2-9CE2A7717B49}">
      <dgm:prSet phldrT="[Текст]" custT="1"/>
      <dgm:spPr/>
      <dgm:t>
        <a:bodyPr/>
        <a:lstStyle/>
        <a:p>
          <a:r>
            <a:rPr lang="ru-RU" sz="2400" b="1" baseline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анатомия, физиология</a:t>
          </a:r>
        </a:p>
      </dgm:t>
    </dgm:pt>
    <dgm:pt modelId="{3DD56735-CFED-434C-976A-3B687F6235D5}" type="parTrans" cxnId="{4F13E623-E1C5-4F7B-A98B-9F8B7A65372C}">
      <dgm:prSet/>
      <dgm:spPr/>
      <dgm:t>
        <a:bodyPr/>
        <a:lstStyle/>
        <a:p>
          <a:endParaRPr lang="ru-RU"/>
        </a:p>
      </dgm:t>
    </dgm:pt>
    <dgm:pt modelId="{E74331A2-752A-4428-AF66-1344A21F3DFB}" type="sibTrans" cxnId="{4F13E623-E1C5-4F7B-A98B-9F8B7A65372C}">
      <dgm:prSet/>
      <dgm:spPr/>
      <dgm:t>
        <a:bodyPr/>
        <a:lstStyle/>
        <a:p>
          <a:endParaRPr lang="ru-RU"/>
        </a:p>
      </dgm:t>
    </dgm:pt>
    <dgm:pt modelId="{C7581682-5F5E-4A6A-809E-E0B1C80281E2}">
      <dgm:prSet phldrT="[Текст]" custT="1"/>
      <dgm:spPr/>
      <dgm:t>
        <a:bodyPr/>
        <a:lstStyle/>
        <a:p>
          <a:r>
            <a:rPr lang="ru-RU" sz="2400" b="1" baseline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информатика</a:t>
          </a:r>
        </a:p>
      </dgm:t>
    </dgm:pt>
    <dgm:pt modelId="{97A0731B-A077-4136-90A4-308113D02F7F}" type="parTrans" cxnId="{B310D577-7BDA-45A0-8AC7-8DAAC495488B}">
      <dgm:prSet/>
      <dgm:spPr/>
      <dgm:t>
        <a:bodyPr/>
        <a:lstStyle/>
        <a:p>
          <a:endParaRPr lang="ru-RU"/>
        </a:p>
      </dgm:t>
    </dgm:pt>
    <dgm:pt modelId="{B35DBA74-B20E-4F3F-83FE-27C7CBBE79FF}" type="sibTrans" cxnId="{B310D577-7BDA-45A0-8AC7-8DAAC495488B}">
      <dgm:prSet/>
      <dgm:spPr/>
      <dgm:t>
        <a:bodyPr/>
        <a:lstStyle/>
        <a:p>
          <a:endParaRPr lang="ru-RU"/>
        </a:p>
      </dgm:t>
    </dgm:pt>
    <dgm:pt modelId="{36A511FB-1EC6-470E-AB52-0B43D79F2699}">
      <dgm:prSet custT="1"/>
      <dgm:spPr/>
      <dgm:t>
        <a:bodyPr/>
        <a:lstStyle/>
        <a:p>
          <a:r>
            <a:rPr lang="ru-RU" sz="2400" b="1" baseline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социология</a:t>
          </a:r>
        </a:p>
      </dgm:t>
    </dgm:pt>
    <dgm:pt modelId="{C67F83E0-8DFC-4178-9C58-B9465E334F54}" type="parTrans" cxnId="{BDD3DA65-F776-4C6D-BA9B-6D998D02FFE6}">
      <dgm:prSet/>
      <dgm:spPr/>
      <dgm:t>
        <a:bodyPr/>
        <a:lstStyle/>
        <a:p>
          <a:endParaRPr lang="ru-RU"/>
        </a:p>
      </dgm:t>
    </dgm:pt>
    <dgm:pt modelId="{4D89A8BD-EDA2-4EA6-89B1-94FE44612192}" type="sibTrans" cxnId="{BDD3DA65-F776-4C6D-BA9B-6D998D02FFE6}">
      <dgm:prSet/>
      <dgm:spPr/>
      <dgm:t>
        <a:bodyPr/>
        <a:lstStyle/>
        <a:p>
          <a:endParaRPr lang="ru-RU"/>
        </a:p>
      </dgm:t>
    </dgm:pt>
    <dgm:pt modelId="{58160DBF-5E40-47E7-983F-36AF1A6945E3}" type="pres">
      <dgm:prSet presAssocID="{D26A6785-6027-43AA-B7AE-E323E7F30697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8A62224F-0E53-43F6-AFCD-0A48A1FD6B77}" type="pres">
      <dgm:prSet presAssocID="{2C00568E-B50C-468B-9222-93853946145D}" presName="centerShape" presStyleLbl="node0" presStyleIdx="0" presStyleCnt="1"/>
      <dgm:spPr/>
    </dgm:pt>
    <dgm:pt modelId="{7BD5D4A9-E73A-4C02-80E8-053E30A70094}" type="pres">
      <dgm:prSet presAssocID="{67D79757-30C0-4EEA-A58A-83B4494F6256}" presName="parTrans" presStyleLbl="sibTrans2D1" presStyleIdx="0" presStyleCnt="5"/>
      <dgm:spPr/>
    </dgm:pt>
    <dgm:pt modelId="{CDE8EA55-C662-43FE-A1C8-85AA1BE88EAA}" type="pres">
      <dgm:prSet presAssocID="{67D79757-30C0-4EEA-A58A-83B4494F6256}" presName="connectorText" presStyleLbl="sibTrans2D1" presStyleIdx="0" presStyleCnt="5"/>
      <dgm:spPr/>
    </dgm:pt>
    <dgm:pt modelId="{2B15A5E9-3C4B-41C1-9398-CB548FED1C7A}" type="pres">
      <dgm:prSet presAssocID="{425F90F3-50E1-4DC2-8F18-44474DC34205}" presName="node" presStyleLbl="node1" presStyleIdx="0" presStyleCnt="5">
        <dgm:presLayoutVars>
          <dgm:bulletEnabled val="1"/>
        </dgm:presLayoutVars>
      </dgm:prSet>
      <dgm:spPr/>
    </dgm:pt>
    <dgm:pt modelId="{B8A96278-B4C7-4640-ACD6-09071F6168C2}" type="pres">
      <dgm:prSet presAssocID="{C67F83E0-8DFC-4178-9C58-B9465E334F54}" presName="parTrans" presStyleLbl="sibTrans2D1" presStyleIdx="1" presStyleCnt="5"/>
      <dgm:spPr/>
    </dgm:pt>
    <dgm:pt modelId="{6F226660-1B86-4251-925C-7A3FD38EEBE9}" type="pres">
      <dgm:prSet presAssocID="{C67F83E0-8DFC-4178-9C58-B9465E334F54}" presName="connectorText" presStyleLbl="sibTrans2D1" presStyleIdx="1" presStyleCnt="5"/>
      <dgm:spPr/>
    </dgm:pt>
    <dgm:pt modelId="{F5AA4328-C626-44D6-8527-898AEF6B09E7}" type="pres">
      <dgm:prSet presAssocID="{36A511FB-1EC6-470E-AB52-0B43D79F2699}" presName="node" presStyleLbl="node1" presStyleIdx="1" presStyleCnt="5">
        <dgm:presLayoutVars>
          <dgm:bulletEnabled val="1"/>
        </dgm:presLayoutVars>
      </dgm:prSet>
      <dgm:spPr/>
    </dgm:pt>
    <dgm:pt modelId="{2BE17EB6-3B2F-4C44-8DFE-E6E5CCEC0137}" type="pres">
      <dgm:prSet presAssocID="{88F8F999-454F-4340-A82C-865739ADB679}" presName="parTrans" presStyleLbl="sibTrans2D1" presStyleIdx="2" presStyleCnt="5"/>
      <dgm:spPr/>
    </dgm:pt>
    <dgm:pt modelId="{E594D66F-11B2-456B-9E47-957736A0BA12}" type="pres">
      <dgm:prSet presAssocID="{88F8F999-454F-4340-A82C-865739ADB679}" presName="connectorText" presStyleLbl="sibTrans2D1" presStyleIdx="2" presStyleCnt="5"/>
      <dgm:spPr/>
    </dgm:pt>
    <dgm:pt modelId="{183E0337-9FF6-4892-BE7B-6BA0AC5534E5}" type="pres">
      <dgm:prSet presAssocID="{83378223-29A6-436B-AA4B-8ABBEB306117}" presName="node" presStyleLbl="node1" presStyleIdx="2" presStyleCnt="5">
        <dgm:presLayoutVars>
          <dgm:bulletEnabled val="1"/>
        </dgm:presLayoutVars>
      </dgm:prSet>
      <dgm:spPr/>
    </dgm:pt>
    <dgm:pt modelId="{A5EB6E11-37C9-4412-B0CB-69C5E5A8826C}" type="pres">
      <dgm:prSet presAssocID="{3DD56735-CFED-434C-976A-3B687F6235D5}" presName="parTrans" presStyleLbl="sibTrans2D1" presStyleIdx="3" presStyleCnt="5"/>
      <dgm:spPr/>
    </dgm:pt>
    <dgm:pt modelId="{964FEEF6-BDB8-40B0-8259-9CB7A2BEE947}" type="pres">
      <dgm:prSet presAssocID="{3DD56735-CFED-434C-976A-3B687F6235D5}" presName="connectorText" presStyleLbl="sibTrans2D1" presStyleIdx="3" presStyleCnt="5"/>
      <dgm:spPr/>
    </dgm:pt>
    <dgm:pt modelId="{D035495E-4F6B-41DD-81C9-59F6829D684E}" type="pres">
      <dgm:prSet presAssocID="{68589A02-54FE-47B6-A1E2-9CE2A7717B49}" presName="node" presStyleLbl="node1" presStyleIdx="3" presStyleCnt="5">
        <dgm:presLayoutVars>
          <dgm:bulletEnabled val="1"/>
        </dgm:presLayoutVars>
      </dgm:prSet>
      <dgm:spPr/>
    </dgm:pt>
    <dgm:pt modelId="{0FAA9EF3-3236-4230-898C-4EC4DCB2C8A2}" type="pres">
      <dgm:prSet presAssocID="{97A0731B-A077-4136-90A4-308113D02F7F}" presName="parTrans" presStyleLbl="sibTrans2D1" presStyleIdx="4" presStyleCnt="5"/>
      <dgm:spPr/>
    </dgm:pt>
    <dgm:pt modelId="{8396D43B-4102-4EC6-B6D0-9B1AA9658BEF}" type="pres">
      <dgm:prSet presAssocID="{97A0731B-A077-4136-90A4-308113D02F7F}" presName="connectorText" presStyleLbl="sibTrans2D1" presStyleIdx="4" presStyleCnt="5"/>
      <dgm:spPr/>
    </dgm:pt>
    <dgm:pt modelId="{5F814AC2-B153-4BDE-83A4-FE76866303F6}" type="pres">
      <dgm:prSet presAssocID="{C7581682-5F5E-4A6A-809E-E0B1C80281E2}" presName="node" presStyleLbl="node1" presStyleIdx="4" presStyleCnt="5">
        <dgm:presLayoutVars>
          <dgm:bulletEnabled val="1"/>
        </dgm:presLayoutVars>
      </dgm:prSet>
      <dgm:spPr/>
    </dgm:pt>
  </dgm:ptLst>
  <dgm:cxnLst>
    <dgm:cxn modelId="{49F7F902-01E1-4820-8B7F-63F7D2BB3CE8}" type="presOf" srcId="{67D79757-30C0-4EEA-A58A-83B4494F6256}" destId="{7BD5D4A9-E73A-4C02-80E8-053E30A70094}" srcOrd="0" destOrd="0" presId="urn:microsoft.com/office/officeart/2005/8/layout/radial5"/>
    <dgm:cxn modelId="{221B4216-DD6F-42F3-B680-160E0863B745}" type="presOf" srcId="{3DD56735-CFED-434C-976A-3B687F6235D5}" destId="{964FEEF6-BDB8-40B0-8259-9CB7A2BEE947}" srcOrd="1" destOrd="0" presId="urn:microsoft.com/office/officeart/2005/8/layout/radial5"/>
    <dgm:cxn modelId="{80DE0F20-18DB-49CA-8D65-FEC415858746}" type="presOf" srcId="{83378223-29A6-436B-AA4B-8ABBEB306117}" destId="{183E0337-9FF6-4892-BE7B-6BA0AC5534E5}" srcOrd="0" destOrd="0" presId="urn:microsoft.com/office/officeart/2005/8/layout/radial5"/>
    <dgm:cxn modelId="{4F13E623-E1C5-4F7B-A98B-9F8B7A65372C}" srcId="{2C00568E-B50C-468B-9222-93853946145D}" destId="{68589A02-54FE-47B6-A1E2-9CE2A7717B49}" srcOrd="3" destOrd="0" parTransId="{3DD56735-CFED-434C-976A-3B687F6235D5}" sibTransId="{E74331A2-752A-4428-AF66-1344A21F3DFB}"/>
    <dgm:cxn modelId="{1D226727-8291-4746-952D-C9EFDF17DE4D}" srcId="{2C00568E-B50C-468B-9222-93853946145D}" destId="{425F90F3-50E1-4DC2-8F18-44474DC34205}" srcOrd="0" destOrd="0" parTransId="{67D79757-30C0-4EEA-A58A-83B4494F6256}" sibTransId="{3F1BECB1-28A4-4802-BE56-D1F93EC3678D}"/>
    <dgm:cxn modelId="{AD360729-20B7-430A-BEE5-FF55A8985AC8}" type="presOf" srcId="{D26A6785-6027-43AA-B7AE-E323E7F30697}" destId="{58160DBF-5E40-47E7-983F-36AF1A6945E3}" srcOrd="0" destOrd="0" presId="urn:microsoft.com/office/officeart/2005/8/layout/radial5"/>
    <dgm:cxn modelId="{33B2252E-1FFF-4FC0-B66D-B1806D7455D4}" type="presOf" srcId="{C7581682-5F5E-4A6A-809E-E0B1C80281E2}" destId="{5F814AC2-B153-4BDE-83A4-FE76866303F6}" srcOrd="0" destOrd="0" presId="urn:microsoft.com/office/officeart/2005/8/layout/radial5"/>
    <dgm:cxn modelId="{C54B562E-B7B0-4440-84D2-4E91F7AB5921}" type="presOf" srcId="{425F90F3-50E1-4DC2-8F18-44474DC34205}" destId="{2B15A5E9-3C4B-41C1-9398-CB548FED1C7A}" srcOrd="0" destOrd="0" presId="urn:microsoft.com/office/officeart/2005/8/layout/radial5"/>
    <dgm:cxn modelId="{CDA2105B-1218-4FAB-95F8-A32717371634}" type="presOf" srcId="{67D79757-30C0-4EEA-A58A-83B4494F6256}" destId="{CDE8EA55-C662-43FE-A1C8-85AA1BE88EAA}" srcOrd="1" destOrd="0" presId="urn:microsoft.com/office/officeart/2005/8/layout/radial5"/>
    <dgm:cxn modelId="{EBE5CB5C-BC6F-4E7C-AD44-B4BCFB1DE885}" type="presOf" srcId="{2C00568E-B50C-468B-9222-93853946145D}" destId="{8A62224F-0E53-43F6-AFCD-0A48A1FD6B77}" srcOrd="0" destOrd="0" presId="urn:microsoft.com/office/officeart/2005/8/layout/radial5"/>
    <dgm:cxn modelId="{D58A6844-A3DF-44A3-B1E7-12FCA1D73111}" type="presOf" srcId="{88F8F999-454F-4340-A82C-865739ADB679}" destId="{E594D66F-11B2-456B-9E47-957736A0BA12}" srcOrd="1" destOrd="0" presId="urn:microsoft.com/office/officeart/2005/8/layout/radial5"/>
    <dgm:cxn modelId="{BDD3DA65-F776-4C6D-BA9B-6D998D02FFE6}" srcId="{2C00568E-B50C-468B-9222-93853946145D}" destId="{36A511FB-1EC6-470E-AB52-0B43D79F2699}" srcOrd="1" destOrd="0" parTransId="{C67F83E0-8DFC-4178-9C58-B9465E334F54}" sibTransId="{4D89A8BD-EDA2-4EA6-89B1-94FE44612192}"/>
    <dgm:cxn modelId="{CD96E846-E4F6-4B75-BA23-C37DCC71B84A}" type="presOf" srcId="{88F8F999-454F-4340-A82C-865739ADB679}" destId="{2BE17EB6-3B2F-4C44-8DFE-E6E5CCEC0137}" srcOrd="0" destOrd="0" presId="urn:microsoft.com/office/officeart/2005/8/layout/radial5"/>
    <dgm:cxn modelId="{E8C26B54-6BED-422C-A061-79C94B8E87AA}" type="presOf" srcId="{68589A02-54FE-47B6-A1E2-9CE2A7717B49}" destId="{D035495E-4F6B-41DD-81C9-59F6829D684E}" srcOrd="0" destOrd="0" presId="urn:microsoft.com/office/officeart/2005/8/layout/radial5"/>
    <dgm:cxn modelId="{B310D577-7BDA-45A0-8AC7-8DAAC495488B}" srcId="{2C00568E-B50C-468B-9222-93853946145D}" destId="{C7581682-5F5E-4A6A-809E-E0B1C80281E2}" srcOrd="4" destOrd="0" parTransId="{97A0731B-A077-4136-90A4-308113D02F7F}" sibTransId="{B35DBA74-B20E-4F3F-83FE-27C7CBBE79FF}"/>
    <dgm:cxn modelId="{81074380-CAD7-42D4-B49A-6FE376EF9392}" type="presOf" srcId="{3DD56735-CFED-434C-976A-3B687F6235D5}" destId="{A5EB6E11-37C9-4412-B0CB-69C5E5A8826C}" srcOrd="0" destOrd="0" presId="urn:microsoft.com/office/officeart/2005/8/layout/radial5"/>
    <dgm:cxn modelId="{EF33FC93-D46E-462C-BAB7-DA5F14B40474}" srcId="{2C00568E-B50C-468B-9222-93853946145D}" destId="{83378223-29A6-436B-AA4B-8ABBEB306117}" srcOrd="2" destOrd="0" parTransId="{88F8F999-454F-4340-A82C-865739ADB679}" sibTransId="{BE5BD451-CDD4-48EF-A66B-1AD6950142FF}"/>
    <dgm:cxn modelId="{DBA3169C-D699-4FF3-B80C-94C627678BD5}" type="presOf" srcId="{97A0731B-A077-4136-90A4-308113D02F7F}" destId="{0FAA9EF3-3236-4230-898C-4EC4DCB2C8A2}" srcOrd="0" destOrd="0" presId="urn:microsoft.com/office/officeart/2005/8/layout/radial5"/>
    <dgm:cxn modelId="{2882DDBA-73D9-4776-8A47-6FECBC094E65}" type="presOf" srcId="{C67F83E0-8DFC-4178-9C58-B9465E334F54}" destId="{6F226660-1B86-4251-925C-7A3FD38EEBE9}" srcOrd="1" destOrd="0" presId="urn:microsoft.com/office/officeart/2005/8/layout/radial5"/>
    <dgm:cxn modelId="{2DBB2CD7-3464-4240-831A-AFFAFD12BCA8}" type="presOf" srcId="{97A0731B-A077-4136-90A4-308113D02F7F}" destId="{8396D43B-4102-4EC6-B6D0-9B1AA9658BEF}" srcOrd="1" destOrd="0" presId="urn:microsoft.com/office/officeart/2005/8/layout/radial5"/>
    <dgm:cxn modelId="{E5B02EDC-79FD-421E-B715-8ACFFF201F0F}" type="presOf" srcId="{36A511FB-1EC6-470E-AB52-0B43D79F2699}" destId="{F5AA4328-C626-44D6-8527-898AEF6B09E7}" srcOrd="0" destOrd="0" presId="urn:microsoft.com/office/officeart/2005/8/layout/radial5"/>
    <dgm:cxn modelId="{22A647E8-8D09-4903-899F-DCCCD13F2D14}" type="presOf" srcId="{C67F83E0-8DFC-4178-9C58-B9465E334F54}" destId="{B8A96278-B4C7-4640-ACD6-09071F6168C2}" srcOrd="0" destOrd="0" presId="urn:microsoft.com/office/officeart/2005/8/layout/radial5"/>
    <dgm:cxn modelId="{82A479FA-E435-470E-8ABC-BF55A0278BA6}" srcId="{D26A6785-6027-43AA-B7AE-E323E7F30697}" destId="{2C00568E-B50C-468B-9222-93853946145D}" srcOrd="0" destOrd="0" parTransId="{69899156-52E8-4A40-8CDC-96F9A6D1455E}" sibTransId="{A9295539-0479-4416-B500-AE2DAD214D38}"/>
    <dgm:cxn modelId="{5C5D474F-4F42-45B0-B45F-C41D800E488C}" type="presParOf" srcId="{58160DBF-5E40-47E7-983F-36AF1A6945E3}" destId="{8A62224F-0E53-43F6-AFCD-0A48A1FD6B77}" srcOrd="0" destOrd="0" presId="urn:microsoft.com/office/officeart/2005/8/layout/radial5"/>
    <dgm:cxn modelId="{AD1AAB33-6A30-4103-A322-C79DD4BD753E}" type="presParOf" srcId="{58160DBF-5E40-47E7-983F-36AF1A6945E3}" destId="{7BD5D4A9-E73A-4C02-80E8-053E30A70094}" srcOrd="1" destOrd="0" presId="urn:microsoft.com/office/officeart/2005/8/layout/radial5"/>
    <dgm:cxn modelId="{C32BC529-AC28-4B7D-8D28-A361E2122489}" type="presParOf" srcId="{7BD5D4A9-E73A-4C02-80E8-053E30A70094}" destId="{CDE8EA55-C662-43FE-A1C8-85AA1BE88EAA}" srcOrd="0" destOrd="0" presId="urn:microsoft.com/office/officeart/2005/8/layout/radial5"/>
    <dgm:cxn modelId="{821684A1-352B-410C-87A7-44007FAB03CA}" type="presParOf" srcId="{58160DBF-5E40-47E7-983F-36AF1A6945E3}" destId="{2B15A5E9-3C4B-41C1-9398-CB548FED1C7A}" srcOrd="2" destOrd="0" presId="urn:microsoft.com/office/officeart/2005/8/layout/radial5"/>
    <dgm:cxn modelId="{0C3AEBE6-DFD7-475A-9FB9-80C1B9E63B24}" type="presParOf" srcId="{58160DBF-5E40-47E7-983F-36AF1A6945E3}" destId="{B8A96278-B4C7-4640-ACD6-09071F6168C2}" srcOrd="3" destOrd="0" presId="urn:microsoft.com/office/officeart/2005/8/layout/radial5"/>
    <dgm:cxn modelId="{3167C93C-8763-48BE-A3BD-7C2FDD0D1700}" type="presParOf" srcId="{B8A96278-B4C7-4640-ACD6-09071F6168C2}" destId="{6F226660-1B86-4251-925C-7A3FD38EEBE9}" srcOrd="0" destOrd="0" presId="urn:microsoft.com/office/officeart/2005/8/layout/radial5"/>
    <dgm:cxn modelId="{125CD0E7-C7EE-45DE-A032-E7021E7E434A}" type="presParOf" srcId="{58160DBF-5E40-47E7-983F-36AF1A6945E3}" destId="{F5AA4328-C626-44D6-8527-898AEF6B09E7}" srcOrd="4" destOrd="0" presId="urn:microsoft.com/office/officeart/2005/8/layout/radial5"/>
    <dgm:cxn modelId="{33EB7D69-5D19-4CE4-ACAD-6CF175A5E2BC}" type="presParOf" srcId="{58160DBF-5E40-47E7-983F-36AF1A6945E3}" destId="{2BE17EB6-3B2F-4C44-8DFE-E6E5CCEC0137}" srcOrd="5" destOrd="0" presId="urn:microsoft.com/office/officeart/2005/8/layout/radial5"/>
    <dgm:cxn modelId="{A4817C4E-2F8E-42FD-B04F-8E856EF222D4}" type="presParOf" srcId="{2BE17EB6-3B2F-4C44-8DFE-E6E5CCEC0137}" destId="{E594D66F-11B2-456B-9E47-957736A0BA12}" srcOrd="0" destOrd="0" presId="urn:microsoft.com/office/officeart/2005/8/layout/radial5"/>
    <dgm:cxn modelId="{C6E49229-EE18-42FF-BD9D-ED31F21D2B29}" type="presParOf" srcId="{58160DBF-5E40-47E7-983F-36AF1A6945E3}" destId="{183E0337-9FF6-4892-BE7B-6BA0AC5534E5}" srcOrd="6" destOrd="0" presId="urn:microsoft.com/office/officeart/2005/8/layout/radial5"/>
    <dgm:cxn modelId="{4571DEFA-E981-466B-841C-4B398BAA5469}" type="presParOf" srcId="{58160DBF-5E40-47E7-983F-36AF1A6945E3}" destId="{A5EB6E11-37C9-4412-B0CB-69C5E5A8826C}" srcOrd="7" destOrd="0" presId="urn:microsoft.com/office/officeart/2005/8/layout/radial5"/>
    <dgm:cxn modelId="{A8D988DB-788E-40DB-87B0-AF765C4A9A9D}" type="presParOf" srcId="{A5EB6E11-37C9-4412-B0CB-69C5E5A8826C}" destId="{964FEEF6-BDB8-40B0-8259-9CB7A2BEE947}" srcOrd="0" destOrd="0" presId="urn:microsoft.com/office/officeart/2005/8/layout/radial5"/>
    <dgm:cxn modelId="{9822834E-27C3-486D-8AE2-11C075C0479D}" type="presParOf" srcId="{58160DBF-5E40-47E7-983F-36AF1A6945E3}" destId="{D035495E-4F6B-41DD-81C9-59F6829D684E}" srcOrd="8" destOrd="0" presId="urn:microsoft.com/office/officeart/2005/8/layout/radial5"/>
    <dgm:cxn modelId="{26D5E2F8-0C7C-4ED7-8B0B-EFB132120AD8}" type="presParOf" srcId="{58160DBF-5E40-47E7-983F-36AF1A6945E3}" destId="{0FAA9EF3-3236-4230-898C-4EC4DCB2C8A2}" srcOrd="9" destOrd="0" presId="urn:microsoft.com/office/officeart/2005/8/layout/radial5"/>
    <dgm:cxn modelId="{93F9FE4F-361F-428E-812A-772C8E756EEE}" type="presParOf" srcId="{0FAA9EF3-3236-4230-898C-4EC4DCB2C8A2}" destId="{8396D43B-4102-4EC6-B6D0-9B1AA9658BEF}" srcOrd="0" destOrd="0" presId="urn:microsoft.com/office/officeart/2005/8/layout/radial5"/>
    <dgm:cxn modelId="{E4B31586-EAF0-4039-9133-9BF4BF3F4C52}" type="presParOf" srcId="{58160DBF-5E40-47E7-983F-36AF1A6945E3}" destId="{5F814AC2-B153-4BDE-83A4-FE76866303F6}" srcOrd="10" destOrd="0" presId="urn:microsoft.com/office/officeart/2005/8/layout/radial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C40D21-A218-411F-9CE5-EF6995653157}">
      <dsp:nvSpPr>
        <dsp:cNvPr id="0" name=""/>
        <dsp:cNvSpPr/>
      </dsp:nvSpPr>
      <dsp:spPr>
        <a:xfrm>
          <a:off x="2207315" y="2245518"/>
          <a:ext cx="559762" cy="53331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79881" y="0"/>
              </a:lnTo>
              <a:lnTo>
                <a:pt x="279881" y="533310"/>
              </a:lnTo>
              <a:lnTo>
                <a:pt x="559762" y="533310"/>
              </a:lnTo>
            </a:path>
          </a:pathLst>
        </a:custGeom>
        <a:noFill/>
        <a:ln w="15875" cap="rnd" cmpd="sng" algn="ctr">
          <a:solidFill>
            <a:schemeClr val="accent5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500" kern="1200"/>
        </a:p>
      </dsp:txBody>
      <dsp:txXfrm>
        <a:off x="2467868" y="2492845"/>
        <a:ext cx="38657" cy="38657"/>
      </dsp:txXfrm>
    </dsp:sp>
    <dsp:sp modelId="{6C0B9CEC-CC41-42F7-9F18-C4072BE86F5C}">
      <dsp:nvSpPr>
        <dsp:cNvPr id="0" name=""/>
        <dsp:cNvSpPr/>
      </dsp:nvSpPr>
      <dsp:spPr>
        <a:xfrm>
          <a:off x="2207315" y="1712207"/>
          <a:ext cx="559762" cy="533310"/>
        </a:xfrm>
        <a:custGeom>
          <a:avLst/>
          <a:gdLst/>
          <a:ahLst/>
          <a:cxnLst/>
          <a:rect l="0" t="0" r="0" b="0"/>
          <a:pathLst>
            <a:path>
              <a:moveTo>
                <a:pt x="0" y="533310"/>
              </a:moveTo>
              <a:lnTo>
                <a:pt x="279881" y="533310"/>
              </a:lnTo>
              <a:lnTo>
                <a:pt x="279881" y="0"/>
              </a:lnTo>
              <a:lnTo>
                <a:pt x="559762" y="0"/>
              </a:lnTo>
            </a:path>
          </a:pathLst>
        </a:custGeom>
        <a:noFill/>
        <a:ln w="15875" cap="rnd" cmpd="sng" algn="ctr">
          <a:solidFill>
            <a:schemeClr val="accent5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500" kern="1200"/>
        </a:p>
      </dsp:txBody>
      <dsp:txXfrm>
        <a:off x="2467868" y="1959534"/>
        <a:ext cx="38657" cy="38657"/>
      </dsp:txXfrm>
    </dsp:sp>
    <dsp:sp modelId="{6B066DEB-B0E7-499E-9F9B-063233E3C7C7}">
      <dsp:nvSpPr>
        <dsp:cNvPr id="0" name=""/>
        <dsp:cNvSpPr/>
      </dsp:nvSpPr>
      <dsp:spPr>
        <a:xfrm rot="16200000">
          <a:off x="-464851" y="1818869"/>
          <a:ext cx="4491037" cy="853297"/>
        </a:xfrm>
        <a:prstGeom prst="rect">
          <a:avLst/>
        </a:prstGeom>
        <a:solidFill>
          <a:schemeClr val="accent5">
            <a:shade val="6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925" tIns="34925" rIns="34925" bIns="34925" numCol="1" spcCol="1270" anchor="ctr" anchorCtr="0">
          <a:noAutofit/>
        </a:bodyPr>
        <a:lstStyle/>
        <a:p>
          <a:pPr marL="0" lvl="0" indent="0" algn="ctr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55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задачи</a:t>
          </a:r>
        </a:p>
      </dsp:txBody>
      <dsp:txXfrm>
        <a:off x="-464851" y="1818869"/>
        <a:ext cx="4491037" cy="853297"/>
      </dsp:txXfrm>
    </dsp:sp>
    <dsp:sp modelId="{571F6B32-51AF-45C7-BD38-E35AF37B18F4}">
      <dsp:nvSpPr>
        <dsp:cNvPr id="0" name=""/>
        <dsp:cNvSpPr/>
      </dsp:nvSpPr>
      <dsp:spPr>
        <a:xfrm>
          <a:off x="2767078" y="1285559"/>
          <a:ext cx="2798814" cy="853297"/>
        </a:xfrm>
        <a:prstGeom prst="rect">
          <a:avLst/>
        </a:prstGeom>
        <a:solidFill>
          <a:schemeClr val="accent5">
            <a:shade val="8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225" tIns="22225" rIns="22225" bIns="22225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5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постоянные</a:t>
          </a:r>
        </a:p>
      </dsp:txBody>
      <dsp:txXfrm>
        <a:off x="2767078" y="1285559"/>
        <a:ext cx="2798814" cy="853297"/>
      </dsp:txXfrm>
    </dsp:sp>
    <dsp:sp modelId="{EE8B3973-5B4E-4DFA-968A-4A39A8A3236E}">
      <dsp:nvSpPr>
        <dsp:cNvPr id="0" name=""/>
        <dsp:cNvSpPr/>
      </dsp:nvSpPr>
      <dsp:spPr>
        <a:xfrm>
          <a:off x="2767078" y="2352180"/>
          <a:ext cx="2798814" cy="853297"/>
        </a:xfrm>
        <a:prstGeom prst="rect">
          <a:avLst/>
        </a:prstGeom>
        <a:solidFill>
          <a:schemeClr val="accent5">
            <a:shade val="8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225" tIns="22225" rIns="22225" bIns="22225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5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временные</a:t>
          </a:r>
        </a:p>
      </dsp:txBody>
      <dsp:txXfrm>
        <a:off x="2767078" y="2352180"/>
        <a:ext cx="2798814" cy="85329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D819C3-6CFC-4217-83F6-B4C33CB8609E}">
      <dsp:nvSpPr>
        <dsp:cNvPr id="0" name=""/>
        <dsp:cNvSpPr/>
      </dsp:nvSpPr>
      <dsp:spPr>
        <a:xfrm>
          <a:off x="5486865" y="2645787"/>
          <a:ext cx="326369" cy="100086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00867"/>
              </a:lnTo>
              <a:lnTo>
                <a:pt x="326369" y="1000867"/>
              </a:lnTo>
            </a:path>
          </a:pathLst>
        </a:custGeom>
        <a:noFill/>
        <a:ln w="15875" cap="rnd" cmpd="sng" algn="ctr">
          <a:solidFill>
            <a:schemeClr val="accent5">
              <a:tint val="7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9195C45-D4F0-4DE2-9629-0ABE43F7E5F2}">
      <dsp:nvSpPr>
        <dsp:cNvPr id="0" name=""/>
        <dsp:cNvSpPr/>
      </dsp:nvSpPr>
      <dsp:spPr>
        <a:xfrm>
          <a:off x="3724469" y="1100970"/>
          <a:ext cx="2632716" cy="45691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8458"/>
              </a:lnTo>
              <a:lnTo>
                <a:pt x="2632716" y="228458"/>
              </a:lnTo>
              <a:lnTo>
                <a:pt x="2632716" y="456917"/>
              </a:lnTo>
            </a:path>
          </a:pathLst>
        </a:custGeom>
        <a:noFill/>
        <a:ln w="15875" cap="rnd" cmpd="sng" algn="ctr">
          <a:solidFill>
            <a:schemeClr val="accent5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03F280C-62CE-4FCA-8981-F14A0AEE9D5E}">
      <dsp:nvSpPr>
        <dsp:cNvPr id="0" name=""/>
        <dsp:cNvSpPr/>
      </dsp:nvSpPr>
      <dsp:spPr>
        <a:xfrm>
          <a:off x="2854149" y="2645787"/>
          <a:ext cx="326369" cy="100086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00867"/>
              </a:lnTo>
              <a:lnTo>
                <a:pt x="326369" y="1000867"/>
              </a:lnTo>
            </a:path>
          </a:pathLst>
        </a:custGeom>
        <a:noFill/>
        <a:ln w="15875" cap="rnd" cmpd="sng" algn="ctr">
          <a:solidFill>
            <a:schemeClr val="accent5">
              <a:tint val="7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4571400-6CE2-471A-882B-0987B1F427C0}">
      <dsp:nvSpPr>
        <dsp:cNvPr id="0" name=""/>
        <dsp:cNvSpPr/>
      </dsp:nvSpPr>
      <dsp:spPr>
        <a:xfrm>
          <a:off x="3678749" y="1100970"/>
          <a:ext cx="91440" cy="45691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56917"/>
              </a:lnTo>
            </a:path>
          </a:pathLst>
        </a:custGeom>
        <a:noFill/>
        <a:ln w="15875" cap="rnd" cmpd="sng" algn="ctr">
          <a:solidFill>
            <a:schemeClr val="accent5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3D377F9-62D3-4294-BBF5-AED5D54212EB}">
      <dsp:nvSpPr>
        <dsp:cNvPr id="0" name=""/>
        <dsp:cNvSpPr/>
      </dsp:nvSpPr>
      <dsp:spPr>
        <a:xfrm>
          <a:off x="221433" y="2645787"/>
          <a:ext cx="326369" cy="100086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00867"/>
              </a:lnTo>
              <a:lnTo>
                <a:pt x="326369" y="1000867"/>
              </a:lnTo>
            </a:path>
          </a:pathLst>
        </a:custGeom>
        <a:noFill/>
        <a:ln w="15875" cap="rnd" cmpd="sng" algn="ctr">
          <a:solidFill>
            <a:schemeClr val="accent5">
              <a:tint val="7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7FF6B47-BA3B-4591-9F3C-C94E70523564}">
      <dsp:nvSpPr>
        <dsp:cNvPr id="0" name=""/>
        <dsp:cNvSpPr/>
      </dsp:nvSpPr>
      <dsp:spPr>
        <a:xfrm>
          <a:off x="1091753" y="1100970"/>
          <a:ext cx="2632716" cy="456917"/>
        </a:xfrm>
        <a:custGeom>
          <a:avLst/>
          <a:gdLst/>
          <a:ahLst/>
          <a:cxnLst/>
          <a:rect l="0" t="0" r="0" b="0"/>
          <a:pathLst>
            <a:path>
              <a:moveTo>
                <a:pt x="2632716" y="0"/>
              </a:moveTo>
              <a:lnTo>
                <a:pt x="2632716" y="228458"/>
              </a:lnTo>
              <a:lnTo>
                <a:pt x="0" y="228458"/>
              </a:lnTo>
              <a:lnTo>
                <a:pt x="0" y="456917"/>
              </a:lnTo>
            </a:path>
          </a:pathLst>
        </a:custGeom>
        <a:noFill/>
        <a:ln w="15875" cap="rnd" cmpd="sng" algn="ctr">
          <a:solidFill>
            <a:schemeClr val="accent5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8E7CE4A-FFB6-4B4F-9529-55E0EC3E4E85}">
      <dsp:nvSpPr>
        <dsp:cNvPr id="0" name=""/>
        <dsp:cNvSpPr/>
      </dsp:nvSpPr>
      <dsp:spPr>
        <a:xfrm>
          <a:off x="2636570" y="13071"/>
          <a:ext cx="2175798" cy="1087899"/>
        </a:xfrm>
        <a:prstGeom prst="rect">
          <a:avLst/>
        </a:prstGeom>
        <a:solidFill>
          <a:schemeClr val="accent5">
            <a:alpha val="8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Категории</a:t>
          </a:r>
        </a:p>
      </dsp:txBody>
      <dsp:txXfrm>
        <a:off x="2636570" y="13071"/>
        <a:ext cx="2175798" cy="1087899"/>
      </dsp:txXfrm>
    </dsp:sp>
    <dsp:sp modelId="{FD226B18-2030-44E0-B0DB-AD598E14FF09}">
      <dsp:nvSpPr>
        <dsp:cNvPr id="0" name=""/>
        <dsp:cNvSpPr/>
      </dsp:nvSpPr>
      <dsp:spPr>
        <a:xfrm>
          <a:off x="3853" y="1557887"/>
          <a:ext cx="2175798" cy="1087899"/>
        </a:xfrm>
        <a:prstGeom prst="rect">
          <a:avLst/>
        </a:prstGeom>
        <a:solidFill>
          <a:schemeClr val="accent5">
            <a:alpha val="7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философские</a:t>
          </a:r>
        </a:p>
      </dsp:txBody>
      <dsp:txXfrm>
        <a:off x="3853" y="1557887"/>
        <a:ext cx="2175798" cy="1087899"/>
      </dsp:txXfrm>
    </dsp:sp>
    <dsp:sp modelId="{71C4B49B-0198-448A-BE72-63EC8EDCD157}">
      <dsp:nvSpPr>
        <dsp:cNvPr id="0" name=""/>
        <dsp:cNvSpPr/>
      </dsp:nvSpPr>
      <dsp:spPr>
        <a:xfrm>
          <a:off x="547803" y="3102704"/>
          <a:ext cx="2175798" cy="1087899"/>
        </a:xfrm>
        <a:prstGeom prst="rect">
          <a:avLst/>
        </a:prstGeom>
        <a:solidFill>
          <a:schemeClr val="accent5"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сущность и явление…</a:t>
          </a:r>
        </a:p>
      </dsp:txBody>
      <dsp:txXfrm>
        <a:off x="547803" y="3102704"/>
        <a:ext cx="2175798" cy="1087899"/>
      </dsp:txXfrm>
    </dsp:sp>
    <dsp:sp modelId="{992556A0-A6B2-4F71-91FA-BA5DCF910893}">
      <dsp:nvSpPr>
        <dsp:cNvPr id="0" name=""/>
        <dsp:cNvSpPr/>
      </dsp:nvSpPr>
      <dsp:spPr>
        <a:xfrm>
          <a:off x="2636570" y="1557887"/>
          <a:ext cx="2175798" cy="1087899"/>
        </a:xfrm>
        <a:prstGeom prst="rect">
          <a:avLst/>
        </a:prstGeom>
        <a:solidFill>
          <a:schemeClr val="accent5">
            <a:alpha val="7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общенаучные</a:t>
          </a:r>
        </a:p>
      </dsp:txBody>
      <dsp:txXfrm>
        <a:off x="2636570" y="1557887"/>
        <a:ext cx="2175798" cy="1087899"/>
      </dsp:txXfrm>
    </dsp:sp>
    <dsp:sp modelId="{988A3091-CE11-4F6F-B887-AD8ABD7EE7BF}">
      <dsp:nvSpPr>
        <dsp:cNvPr id="0" name=""/>
        <dsp:cNvSpPr/>
      </dsp:nvSpPr>
      <dsp:spPr>
        <a:xfrm>
          <a:off x="3180519" y="3102704"/>
          <a:ext cx="2175798" cy="1087899"/>
        </a:xfrm>
        <a:prstGeom prst="rect">
          <a:avLst/>
        </a:prstGeom>
        <a:solidFill>
          <a:schemeClr val="accent5"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система, структура…</a:t>
          </a:r>
        </a:p>
      </dsp:txBody>
      <dsp:txXfrm>
        <a:off x="3180519" y="3102704"/>
        <a:ext cx="2175798" cy="1087899"/>
      </dsp:txXfrm>
    </dsp:sp>
    <dsp:sp modelId="{9D171A89-A19D-4AB3-93EC-DC156261EB31}">
      <dsp:nvSpPr>
        <dsp:cNvPr id="0" name=""/>
        <dsp:cNvSpPr/>
      </dsp:nvSpPr>
      <dsp:spPr>
        <a:xfrm>
          <a:off x="5269286" y="1557887"/>
          <a:ext cx="2175798" cy="1087899"/>
        </a:xfrm>
        <a:prstGeom prst="rect">
          <a:avLst/>
        </a:prstGeom>
        <a:solidFill>
          <a:schemeClr val="accent5">
            <a:alpha val="7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собственные</a:t>
          </a:r>
        </a:p>
      </dsp:txBody>
      <dsp:txXfrm>
        <a:off x="5269286" y="1557887"/>
        <a:ext cx="2175798" cy="1087899"/>
      </dsp:txXfrm>
    </dsp:sp>
    <dsp:sp modelId="{FC930C92-C3D1-49F1-BC2A-6E13DB3AD4CE}">
      <dsp:nvSpPr>
        <dsp:cNvPr id="0" name=""/>
        <dsp:cNvSpPr/>
      </dsp:nvSpPr>
      <dsp:spPr>
        <a:xfrm>
          <a:off x="5813235" y="3102704"/>
          <a:ext cx="2175798" cy="1087899"/>
        </a:xfrm>
        <a:prstGeom prst="rect">
          <a:avLst/>
        </a:prstGeom>
        <a:solidFill>
          <a:schemeClr val="accent5"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воспитание, обучение…</a:t>
          </a:r>
        </a:p>
      </dsp:txBody>
      <dsp:txXfrm>
        <a:off x="5813235" y="3102704"/>
        <a:ext cx="2175798" cy="108789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62224F-0E53-43F6-AFCD-0A48A1FD6B77}">
      <dsp:nvSpPr>
        <dsp:cNvPr id="0" name=""/>
        <dsp:cNvSpPr/>
      </dsp:nvSpPr>
      <dsp:spPr>
        <a:xfrm>
          <a:off x="3745414" y="2425971"/>
          <a:ext cx="1731424" cy="173142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  <a:sp3d extrusionH="28000" prstMaterial="matte"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педагогика</a:t>
          </a:r>
        </a:p>
      </dsp:txBody>
      <dsp:txXfrm>
        <a:off x="3998975" y="2679532"/>
        <a:ext cx="1224302" cy="1224302"/>
      </dsp:txXfrm>
    </dsp:sp>
    <dsp:sp modelId="{7BD5D4A9-E73A-4C02-80E8-053E30A70094}">
      <dsp:nvSpPr>
        <dsp:cNvPr id="0" name=""/>
        <dsp:cNvSpPr/>
      </dsp:nvSpPr>
      <dsp:spPr>
        <a:xfrm rot="16200000">
          <a:off x="4427950" y="1796380"/>
          <a:ext cx="366353" cy="588684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p3d z="-227350" prstMaterial="matte"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2500" kern="1200"/>
        </a:p>
      </dsp:txBody>
      <dsp:txXfrm>
        <a:off x="4482903" y="1969070"/>
        <a:ext cx="256447" cy="353210"/>
      </dsp:txXfrm>
    </dsp:sp>
    <dsp:sp modelId="{2B15A5E9-3C4B-41C1-9398-CB548FED1C7A}">
      <dsp:nvSpPr>
        <dsp:cNvPr id="0" name=""/>
        <dsp:cNvSpPr/>
      </dsp:nvSpPr>
      <dsp:spPr>
        <a:xfrm>
          <a:off x="3745414" y="3313"/>
          <a:ext cx="1731424" cy="173142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  <a:sp3d extrusionH="28000" prstMaterial="matte"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1" kern="1200" baseline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философия</a:t>
          </a:r>
        </a:p>
      </dsp:txBody>
      <dsp:txXfrm>
        <a:off x="3998975" y="256874"/>
        <a:ext cx="1224302" cy="1224302"/>
      </dsp:txXfrm>
    </dsp:sp>
    <dsp:sp modelId="{B8A96278-B4C7-4640-ACD6-09071F6168C2}">
      <dsp:nvSpPr>
        <dsp:cNvPr id="0" name=""/>
        <dsp:cNvSpPr/>
      </dsp:nvSpPr>
      <dsp:spPr>
        <a:xfrm rot="20520000">
          <a:off x="5570131" y="2626223"/>
          <a:ext cx="366353" cy="588684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p3d z="-227350" prstMaterial="matte"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2500" kern="1200"/>
        </a:p>
      </dsp:txBody>
      <dsp:txXfrm>
        <a:off x="5572821" y="2760941"/>
        <a:ext cx="256447" cy="353210"/>
      </dsp:txXfrm>
    </dsp:sp>
    <dsp:sp modelId="{F5AA4328-C626-44D6-8527-898AEF6B09E7}">
      <dsp:nvSpPr>
        <dsp:cNvPr id="0" name=""/>
        <dsp:cNvSpPr/>
      </dsp:nvSpPr>
      <dsp:spPr>
        <a:xfrm>
          <a:off x="6049499" y="1677328"/>
          <a:ext cx="1731424" cy="173142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  <a:sp3d extrusionH="28000" prstMaterial="matte"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1" kern="1200" baseline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социология</a:t>
          </a:r>
        </a:p>
      </dsp:txBody>
      <dsp:txXfrm>
        <a:off x="6303060" y="1930889"/>
        <a:ext cx="1224302" cy="1224302"/>
      </dsp:txXfrm>
    </dsp:sp>
    <dsp:sp modelId="{2BE17EB6-3B2F-4C44-8DFE-E6E5CCEC0137}">
      <dsp:nvSpPr>
        <dsp:cNvPr id="0" name=""/>
        <dsp:cNvSpPr/>
      </dsp:nvSpPr>
      <dsp:spPr>
        <a:xfrm rot="3240000">
          <a:off x="5133856" y="3968938"/>
          <a:ext cx="366353" cy="588684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p3d z="-227350" prstMaterial="matte"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2500" kern="1200"/>
        </a:p>
      </dsp:txBody>
      <dsp:txXfrm>
        <a:off x="5156508" y="4042217"/>
        <a:ext cx="256447" cy="353210"/>
      </dsp:txXfrm>
    </dsp:sp>
    <dsp:sp modelId="{183E0337-9FF6-4892-BE7B-6BA0AC5534E5}">
      <dsp:nvSpPr>
        <dsp:cNvPr id="0" name=""/>
        <dsp:cNvSpPr/>
      </dsp:nvSpPr>
      <dsp:spPr>
        <a:xfrm>
          <a:off x="5169417" y="4385942"/>
          <a:ext cx="1731424" cy="1731424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  <a:sp3d extrusionH="28000" prstMaterial="matte"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1" kern="1200" baseline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психология</a:t>
          </a:r>
        </a:p>
      </dsp:txBody>
      <dsp:txXfrm>
        <a:off x="5422978" y="4639503"/>
        <a:ext cx="1224302" cy="1224302"/>
      </dsp:txXfrm>
    </dsp:sp>
    <dsp:sp modelId="{A5EB6E11-37C9-4412-B0CB-69C5E5A8826C}">
      <dsp:nvSpPr>
        <dsp:cNvPr id="0" name=""/>
        <dsp:cNvSpPr/>
      </dsp:nvSpPr>
      <dsp:spPr>
        <a:xfrm rot="7560000">
          <a:off x="3722043" y="3968938"/>
          <a:ext cx="366353" cy="588684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p3d z="-227350" prstMaterial="matte"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2500" kern="1200"/>
        </a:p>
      </dsp:txBody>
      <dsp:txXfrm rot="10800000">
        <a:off x="3809297" y="4042217"/>
        <a:ext cx="256447" cy="353210"/>
      </dsp:txXfrm>
    </dsp:sp>
    <dsp:sp modelId="{D035495E-4F6B-41DD-81C9-59F6829D684E}">
      <dsp:nvSpPr>
        <dsp:cNvPr id="0" name=""/>
        <dsp:cNvSpPr/>
      </dsp:nvSpPr>
      <dsp:spPr>
        <a:xfrm>
          <a:off x="2321412" y="4385942"/>
          <a:ext cx="1731424" cy="1731424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  <a:sp3d extrusionH="28000" prstMaterial="matte"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1" kern="1200" baseline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анатомия, физиология</a:t>
          </a:r>
        </a:p>
      </dsp:txBody>
      <dsp:txXfrm>
        <a:off x="2574973" y="4639503"/>
        <a:ext cx="1224302" cy="1224302"/>
      </dsp:txXfrm>
    </dsp:sp>
    <dsp:sp modelId="{0FAA9EF3-3236-4230-898C-4EC4DCB2C8A2}">
      <dsp:nvSpPr>
        <dsp:cNvPr id="0" name=""/>
        <dsp:cNvSpPr/>
      </dsp:nvSpPr>
      <dsp:spPr>
        <a:xfrm rot="11880000">
          <a:off x="3285769" y="2626223"/>
          <a:ext cx="366353" cy="588684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  <a:sp3d z="-227350" prstMaterial="matte"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2500" kern="1200"/>
        </a:p>
      </dsp:txBody>
      <dsp:txXfrm rot="10800000">
        <a:off x="3392985" y="2760941"/>
        <a:ext cx="256447" cy="353210"/>
      </dsp:txXfrm>
    </dsp:sp>
    <dsp:sp modelId="{5F814AC2-B153-4BDE-83A4-FE76866303F6}">
      <dsp:nvSpPr>
        <dsp:cNvPr id="0" name=""/>
        <dsp:cNvSpPr/>
      </dsp:nvSpPr>
      <dsp:spPr>
        <a:xfrm>
          <a:off x="1441330" y="1677328"/>
          <a:ext cx="1731424" cy="1731424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p3d extrusionH="152250" prstMaterial="matte">
          <a:bevelT w="165100" prst="coolSlan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  <a:sp3d extrusionH="28000" prstMaterial="matte"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1" kern="1200" baseline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информатика</a:t>
          </a:r>
        </a:p>
      </dsp:txBody>
      <dsp:txXfrm>
        <a:off x="1694891" y="1930889"/>
        <a:ext cx="1224302" cy="12243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radial5">
  <dgm:title val=""/>
  <dgm:desc val=""/>
  <dgm:catLst>
    <dgm:cat type="relationship" pri="23000"/>
    <dgm:cat type="cycle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  <dgm:param type="ctrShpMap" val="fNode"/>
        </dgm:alg>
      </dgm:if>
      <dgm:else name="Name3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parTrans" refType="w" refFor="ch" refForName="centerShape" fact="0.4"/>
      <dgm:constr type="w" for="ch" forName="node" refType="w" refFor="ch" refForName="centerShape" op="equ" fact="1.25"/>
      <dgm:constr type="sp" refType="w" refFor="ch" refForName="centerShape" op="equ" fact="0.4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node" refType="primFontSz" refFor="ch" refForName="centerShape" op="lte"/>
      <dgm:constr type="primFontSz" for="des" forName="connectorText" op="equ" val="55"/>
      <dgm:constr type="primFontSz" for="des" forName="connectorText" refType="primFontSz" refFor="ch" refForName="centerShape" op="lte" fact="0.8"/>
      <dgm:constr type="primFontSz" for="des" forName="connectorText" refType="primFontSz" refFor="des" refForName="node" op="lte"/>
    </dgm:constrLst>
    <dgm:choose name="Name4">
      <dgm:if name="Name5" axis="ch ch" ptType="node node" st="1 1" cnt="1 0" func="cnt" op="lte" val="6">
        <dgm:ruleLst>
          <dgm:rule type="w" for="ch" forName="node" val="NaN" fact="1" max="NaN"/>
        </dgm:ruleLst>
      </dgm:if>
      <dgm:if name="Name6" axis="ch ch" ptType="node node" st="1 1" cnt="1 0" func="cnt" op="lte" val="8">
        <dgm:ruleLst>
          <dgm:rule type="w" for="ch" forName="node" val="NaN" fact="0.9" max="NaN"/>
        </dgm:ruleLst>
      </dgm:if>
      <dgm:if name="Name7" axis="ch ch" ptType="node node" st="1 1" cnt="1 0" func="cnt" op="lte" val="10">
        <dgm:ruleLst>
          <dgm:rule type="w" for="ch" forName="node" val="NaN" fact="0.8" max="NaN"/>
        </dgm:ruleLst>
      </dgm:if>
      <dgm:if name="Name8" axis="ch ch" ptType="node node" st="1 1" cnt="1 0" func="cnt" op="lte" val="12">
        <dgm:ruleLst>
          <dgm:rule type="w" for="ch" forName="node" val="NaN" fact="0.7" max="NaN"/>
        </dgm:ruleLst>
      </dgm:if>
      <dgm:if name="Name9" axis="ch ch" ptType="node node" st="1 1" cnt="1 0" func="cnt" op="lte" val="14">
        <dgm:ruleLst>
          <dgm:rule type="w" for="ch" forName="node" val="NaN" fact="0.6" max="NaN"/>
        </dgm:ruleLst>
      </dgm:if>
      <dgm:else name="Name10">
        <dgm:ruleLst>
          <dgm:rule type="w" for="ch" forName="node" val="NaN" fact="0.5" max="NaN"/>
        </dgm:ruleLst>
      </dgm:else>
    </dgm:choose>
    <dgm:forEach name="Name11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12" axis="ch">
        <dgm:forEach name="Name13" axis="self" ptType="parTrans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h" refType="w" fact="0.85"/>
            </dgm:constrLst>
            <dgm:ruleLst/>
            <dgm:layoutNode name="connectorText">
              <dgm:alg type="tx">
                <dgm:param type="autoTxRot" val="grav"/>
              </dgm:alg>
              <dgm:shape xmlns:r="http://schemas.openxmlformats.org/officeDocument/2006/relationships" type="conn" r:blip="" hideGeom="1">
                <dgm:adjLst/>
              </dgm:shape>
              <dgm:presOf axis="self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</dgm:layoutNode>
        </dgm:forEach>
        <dgm:forEach name="Name14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w" val="INF" fact="NaN" max="NaN"/>
              <dgm:rule type="primFontSz" val="5" fact="NaN" max="NaN"/>
            </dgm:ruleLst>
          </dgm:layoutNod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9">
  <dgm:title val=""/>
  <dgm:desc val=""/>
  <dgm:catLst>
    <dgm:cat type="3D" pri="11900"/>
  </dgm:catLst>
  <dgm:scene3d>
    <a:camera prst="perspectiveRelaxed">
      <a:rot lat="19149996" lon="20104178" rev="1577324"/>
    </a:camera>
    <a:lightRig rig="soft" dir="t"/>
    <a:backdrop>
      <a:anchor x="0" y="0" z="-210000"/>
      <a:norm dx="0" dy="0" dz="914400"/>
      <a:up dx="0" dy="914400" dz="0"/>
    </a:backdrop>
  </dgm:scene3d>
  <dgm:styleLbl name="node0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>
      <a:sp3d extrusionH="28000" prstMaterial="matte"/>
    </dgm:txPr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A3E56B-ED9A-4D41-8960-39780A43387D}" type="datetimeFigureOut">
              <a:rPr lang="ru-RU" smtClean="0"/>
              <a:t>06.12.2021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DA6303-1A6F-FF46-BDCE-42EBE58F7B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32727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DA6303-1A6F-FF46-BDCE-42EBE58F7B72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66270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DA6303-1A6F-FF46-BDCE-42EBE58F7B72}" type="slidenum">
              <a:rPr lang="ru-RU" smtClean="0"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09421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2F40C-D98B-2344-9C36-665FC64E8E05}" type="datetimeFigureOut">
              <a:rPr lang="ru-RU" smtClean="0"/>
              <a:t>06.12.2021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3D935E2-A502-9C42-B128-ACE7639058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1431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2F40C-D98B-2344-9C36-665FC64E8E05}" type="datetimeFigureOut">
              <a:rPr lang="ru-RU" smtClean="0"/>
              <a:t>06.12.2021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935E2-A502-9C42-B128-ACE7639058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2076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2F40C-D98B-2344-9C36-665FC64E8E05}" type="datetimeFigureOut">
              <a:rPr lang="ru-RU" smtClean="0"/>
              <a:t>06.12.2021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3D935E2-A502-9C42-B128-ACE7639058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94572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2F40C-D98B-2344-9C36-665FC64E8E05}" type="datetimeFigureOut">
              <a:rPr lang="ru-RU" smtClean="0"/>
              <a:t>06.12.2021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3D935E2-A502-9C42-B128-ACE7639058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6624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2F40C-D98B-2344-9C36-665FC64E8E05}" type="datetimeFigureOut">
              <a:rPr lang="ru-RU" smtClean="0"/>
              <a:t>06.12.2021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3D935E2-A502-9C42-B128-ACE7639058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5054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2F40C-D98B-2344-9C36-665FC64E8E05}" type="datetimeFigureOut">
              <a:rPr lang="ru-RU" smtClean="0"/>
              <a:t>06.12.2021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935E2-A502-9C42-B128-ACE7639058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20121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2F40C-D98B-2344-9C36-665FC64E8E05}" type="datetimeFigureOut">
              <a:rPr lang="ru-RU" smtClean="0"/>
              <a:t>06.12.2021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935E2-A502-9C42-B128-ACE7639058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2942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2F40C-D98B-2344-9C36-665FC64E8E05}" type="datetimeFigureOut">
              <a:rPr lang="ru-RU" smtClean="0"/>
              <a:t>06.12.2021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935E2-A502-9C42-B128-ACE7639058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55793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2F40C-D98B-2344-9C36-665FC64E8E05}" type="datetimeFigureOut">
              <a:rPr lang="ru-RU" smtClean="0"/>
              <a:t>06.12.2021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3D935E2-A502-9C42-B128-ACE7639058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4016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2F40C-D98B-2344-9C36-665FC64E8E05}" type="datetimeFigureOut">
              <a:rPr lang="ru-RU" smtClean="0"/>
              <a:t>06.12.2021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3D935E2-A502-9C42-B128-ACE7639058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96599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2F40C-D98B-2344-9C36-665FC64E8E05}" type="datetimeFigureOut">
              <a:rPr lang="ru-RU" smtClean="0"/>
              <a:t>06.12.2021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3D935E2-A502-9C42-B128-ACE7639058C7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549387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2F40C-D98B-2344-9C36-665FC64E8E05}" type="datetimeFigureOut">
              <a:rPr lang="ru-RU" smtClean="0"/>
              <a:t>06.12.2021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3D935E2-A502-9C42-B128-ACE7639058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04576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2F40C-D98B-2344-9C36-665FC64E8E05}" type="datetimeFigureOut">
              <a:rPr lang="ru-RU" smtClean="0"/>
              <a:t>06.12.2021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3D935E2-A502-9C42-B128-ACE7639058C7}" type="slidenum">
              <a:rPr lang="ru-RU" smtClean="0"/>
              <a:t>‹#›</a:t>
            </a:fld>
            <a:endParaRPr lang="ru-RU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080261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2F40C-D98B-2344-9C36-665FC64E8E05}" type="datetimeFigureOut">
              <a:rPr lang="ru-RU" smtClean="0"/>
              <a:t>06.12.2021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3D935E2-A502-9C42-B128-ACE7639058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04616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2F40C-D98B-2344-9C36-665FC64E8E05}" type="datetimeFigureOut">
              <a:rPr lang="ru-RU" smtClean="0"/>
              <a:t>06.12.2021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935E2-A502-9C42-B128-ACE7639058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98438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2F40C-D98B-2344-9C36-665FC64E8E05}" type="datetimeFigureOut">
              <a:rPr lang="ru-RU" smtClean="0"/>
              <a:t>06.12.2021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935E2-A502-9C42-B128-ACE7639058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71177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B2F40C-D98B-2344-9C36-665FC64E8E05}" type="datetimeFigureOut">
              <a:rPr lang="ru-RU" smtClean="0"/>
              <a:t>06.12.2021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3D935E2-A502-9C42-B128-ACE7639058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3327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75" r:id="rId1"/>
    <p:sldLayoutId id="2147484176" r:id="rId2"/>
    <p:sldLayoutId id="2147484177" r:id="rId3"/>
    <p:sldLayoutId id="2147484178" r:id="rId4"/>
    <p:sldLayoutId id="2147484179" r:id="rId5"/>
    <p:sldLayoutId id="2147484180" r:id="rId6"/>
    <p:sldLayoutId id="2147484181" r:id="rId7"/>
    <p:sldLayoutId id="2147484182" r:id="rId8"/>
    <p:sldLayoutId id="2147484183" r:id="rId9"/>
    <p:sldLayoutId id="2147484184" r:id="rId10"/>
    <p:sldLayoutId id="2147484185" r:id="rId11"/>
    <p:sldLayoutId id="2147484186" r:id="rId12"/>
    <p:sldLayoutId id="2147484187" r:id="rId13"/>
    <p:sldLayoutId id="2147484188" r:id="rId14"/>
    <p:sldLayoutId id="2147484189" r:id="rId15"/>
    <p:sldLayoutId id="214748419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18.jpe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F31BD2-DAEC-2E47-B6EA-A507A587B3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78574" y="1386445"/>
            <a:ext cx="8915399" cy="2262781"/>
          </a:xfrm>
        </p:spPr>
        <p:txBody>
          <a:bodyPr>
            <a:normAutofit/>
          </a:bodyPr>
          <a:lstStyle/>
          <a:p>
            <a:pPr algn="ctr"/>
            <a:r>
              <a:rPr lang="ru-RU" b="1" dirty="0"/>
              <a:t>Педагогика </a:t>
            </a:r>
            <a:br>
              <a:rPr lang="ru-RU" b="1" dirty="0"/>
            </a:br>
            <a:r>
              <a:rPr lang="ru-RU" b="1" dirty="0"/>
              <a:t>как научная дисциплина</a:t>
            </a:r>
            <a:r>
              <a:rPr lang="ru-RU" dirty="0">
                <a:effectLst/>
              </a:rPr>
              <a:t> </a:t>
            </a:r>
            <a:endParaRPr lang="ru-RU" dirty="0"/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C42AABF4-04CF-7B40-A9D5-8E29C7F45D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2369039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72EC3EE-5999-0B46-864A-A7007D290C63}"/>
              </a:ext>
            </a:extLst>
          </p:cNvPr>
          <p:cNvSpPr/>
          <p:nvPr/>
        </p:nvSpPr>
        <p:spPr>
          <a:xfrm>
            <a:off x="1393371" y="750792"/>
            <a:ext cx="9405258" cy="51860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83895" indent="450215" algn="just">
              <a:spcAft>
                <a:spcPts val="0"/>
              </a:spcAft>
            </a:pPr>
            <a:endParaRPr lang="ru-RU" sz="240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3895" indent="450215" algn="ctr">
              <a:spcBef>
                <a:spcPts val="600"/>
              </a:spcBef>
              <a:spcAft>
                <a:spcPts val="600"/>
              </a:spcAft>
            </a:pPr>
            <a:r>
              <a:rPr lang="ru-RU" sz="280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План</a:t>
            </a:r>
          </a:p>
          <a:p>
            <a:pPr marL="683895" indent="450215" algn="just">
              <a:spcBef>
                <a:spcPts val="600"/>
              </a:spcBef>
              <a:spcAft>
                <a:spcPts val="600"/>
              </a:spcAft>
            </a:pPr>
            <a:r>
              <a:rPr lang="ru-RU" sz="280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1. Общее представление о педагогике как науке.</a:t>
            </a:r>
          </a:p>
          <a:p>
            <a:pPr marL="683895" indent="450215" algn="just">
              <a:spcBef>
                <a:spcPts val="600"/>
              </a:spcBef>
              <a:spcAft>
                <a:spcPts val="600"/>
              </a:spcAft>
            </a:pPr>
            <a:r>
              <a:rPr lang="ru-RU" sz="280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2. Объект, предмет, функции и задачи педагогики.</a:t>
            </a:r>
          </a:p>
          <a:p>
            <a:pPr marL="683895" indent="450215" algn="just">
              <a:spcBef>
                <a:spcPts val="600"/>
              </a:spcBef>
              <a:spcAft>
                <a:spcPts val="600"/>
              </a:spcAft>
            </a:pPr>
            <a:r>
              <a:rPr lang="ru-RU" sz="280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3. Категориальный аппарат педагогики.</a:t>
            </a:r>
          </a:p>
          <a:p>
            <a:pPr marL="683895" indent="450215" algn="just">
              <a:spcBef>
                <a:spcPts val="600"/>
              </a:spcBef>
              <a:spcAft>
                <a:spcPts val="600"/>
              </a:spcAft>
            </a:pPr>
            <a:r>
              <a:rPr lang="ru-RU" sz="280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4. Структура педагогики как науки.</a:t>
            </a:r>
          </a:p>
          <a:p>
            <a:pPr marL="683895" indent="450215" algn="just">
              <a:spcBef>
                <a:spcPts val="600"/>
              </a:spcBef>
              <a:spcAft>
                <a:spcPts val="600"/>
              </a:spcAft>
            </a:pPr>
            <a:r>
              <a:rPr lang="ru-RU" sz="280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5. Место педагогики в системе современного </a:t>
            </a:r>
            <a:r>
              <a:rPr lang="ru-RU" sz="2800" dirty="0" err="1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человекознания</a:t>
            </a:r>
            <a:r>
              <a:rPr lang="ru-RU" sz="280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28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4698481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03E8531-FDDC-3744-99F6-B2B5C55B60FA}"/>
              </a:ext>
            </a:extLst>
          </p:cNvPr>
          <p:cNvSpPr/>
          <p:nvPr/>
        </p:nvSpPr>
        <p:spPr>
          <a:xfrm>
            <a:off x="851065" y="578219"/>
            <a:ext cx="11340935" cy="57169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0215" indent="-226695" algn="ctr">
              <a:spcAft>
                <a:spcPts val="0"/>
              </a:spcAft>
            </a:pPr>
            <a:r>
              <a:rPr lang="ru-RU" b="1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Литература</a:t>
            </a:r>
            <a:endParaRPr lang="ru-RU" sz="140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+mj-lt"/>
              <a:buAutoNum type="arabicPeriod"/>
            </a:pPr>
            <a:r>
              <a:rPr lang="ru-RU" dirty="0" err="1">
                <a:ea typeface="Times New Roman" panose="02020603050405020304" pitchFamily="18" charset="0"/>
              </a:rPr>
              <a:t>Бордовская</a:t>
            </a:r>
            <a:r>
              <a:rPr lang="ru-RU" dirty="0">
                <a:ea typeface="Times New Roman" panose="02020603050405020304" pitchFamily="18" charset="0"/>
              </a:rPr>
              <a:t> Н.В., </a:t>
            </a:r>
            <a:r>
              <a:rPr lang="ru-RU" dirty="0" err="1">
                <a:ea typeface="Times New Roman" panose="02020603050405020304" pitchFamily="18" charset="0"/>
              </a:rPr>
              <a:t>Реан</a:t>
            </a:r>
            <a:r>
              <a:rPr lang="ru-RU" dirty="0">
                <a:ea typeface="Times New Roman" panose="02020603050405020304" pitchFamily="18" charset="0"/>
              </a:rPr>
              <a:t> А.А. Педагогика. учебное пособие для студентов высших учебных заведений. – Москва: Питер, 2015. – 299 с. </a:t>
            </a:r>
          </a:p>
          <a:p>
            <a:pPr marL="342900" lvl="0" indent="-342900" algn="just">
              <a:buFont typeface="+mj-lt"/>
              <a:buAutoNum type="arabicPeriod"/>
            </a:pPr>
            <a:r>
              <a:rPr lang="ru-RU" dirty="0" err="1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Коджаспирова</a:t>
            </a:r>
            <a:r>
              <a:rPr lang="ru-RU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Г.М.  Педагогика: учебник. – 4-е изд., </a:t>
            </a:r>
            <a:r>
              <a:rPr lang="ru-RU" dirty="0" err="1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перераб</a:t>
            </a:r>
            <a:r>
              <a:rPr lang="ru-RU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. и доп. – Москва: Издательство </a:t>
            </a:r>
            <a:r>
              <a:rPr lang="ru-RU" dirty="0" err="1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Юрайт</a:t>
            </a:r>
            <a:r>
              <a:rPr lang="ru-RU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, 2019. – 719 с. </a:t>
            </a:r>
            <a:endParaRPr lang="ru-RU" sz="14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+mj-lt"/>
              <a:buAutoNum type="arabicPeriod"/>
            </a:pPr>
            <a:r>
              <a:rPr lang="ru-RU" dirty="0">
                <a:ea typeface="Calibri" panose="020F0502020204030204" pitchFamily="34" charset="0"/>
                <a:cs typeface="Times New Roman" panose="02020603050405020304" pitchFamily="18" charset="0"/>
              </a:rPr>
              <a:t>Краевский В.В. Общие основы педагогики: учеб. для студ. </a:t>
            </a:r>
            <a:r>
              <a:rPr lang="ru-RU" dirty="0" err="1">
                <a:ea typeface="Calibri" panose="020F0502020204030204" pitchFamily="34" charset="0"/>
                <a:cs typeface="Times New Roman" panose="02020603050405020304" pitchFamily="18" charset="0"/>
              </a:rPr>
              <a:t>высш</a:t>
            </a:r>
            <a:r>
              <a:rPr lang="ru-RU" dirty="0"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ru-RU" dirty="0" err="1">
                <a:ea typeface="Calibri" panose="020F0502020204030204" pitchFamily="34" charset="0"/>
                <a:cs typeface="Times New Roman" panose="02020603050405020304" pitchFamily="18" charset="0"/>
              </a:rPr>
              <a:t>пед</a:t>
            </a:r>
            <a:r>
              <a:rPr lang="ru-RU" dirty="0">
                <a:ea typeface="Calibri" panose="020F0502020204030204" pitchFamily="34" charset="0"/>
                <a:cs typeface="Times New Roman" panose="02020603050405020304" pitchFamily="18" charset="0"/>
              </a:rPr>
              <a:t>. учеб. заведений. – Москва: Издательский центр «Академия», 2003. – 256 с.</a:t>
            </a:r>
            <a:endParaRPr lang="ru-RU" sz="14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+mj-lt"/>
              <a:buAutoNum type="arabicPeriod"/>
            </a:pPr>
            <a:r>
              <a:rPr lang="ru-RU" dirty="0" err="1">
                <a:ea typeface="Calibri" panose="020F0502020204030204" pitchFamily="34" charset="0"/>
                <a:cs typeface="Times New Roman" panose="02020603050405020304" pitchFamily="18" charset="0"/>
              </a:rPr>
              <a:t>Пидкасистый</a:t>
            </a:r>
            <a:r>
              <a:rPr lang="ru-RU" dirty="0">
                <a:ea typeface="Calibri" panose="020F0502020204030204" pitchFamily="34" charset="0"/>
                <a:cs typeface="Times New Roman" panose="02020603050405020304" pitchFamily="18" charset="0"/>
              </a:rPr>
              <a:t> П.И., </a:t>
            </a:r>
            <a:r>
              <a:rPr lang="ru-RU" dirty="0" err="1">
                <a:ea typeface="Calibri" panose="020F0502020204030204" pitchFamily="34" charset="0"/>
                <a:cs typeface="Times New Roman" panose="02020603050405020304" pitchFamily="18" charset="0"/>
              </a:rPr>
              <a:t>Мижериков</a:t>
            </a:r>
            <a:r>
              <a:rPr lang="ru-RU" dirty="0">
                <a:ea typeface="Calibri" panose="020F0502020204030204" pitchFamily="34" charset="0"/>
                <a:cs typeface="Times New Roman" panose="02020603050405020304" pitchFamily="18" charset="0"/>
              </a:rPr>
              <a:t> В.А., </a:t>
            </a:r>
            <a:r>
              <a:rPr lang="ru-RU" dirty="0" err="1">
                <a:ea typeface="Calibri" panose="020F0502020204030204" pitchFamily="34" charset="0"/>
                <a:cs typeface="Times New Roman" panose="02020603050405020304" pitchFamily="18" charset="0"/>
              </a:rPr>
              <a:t>Юзефавичус</a:t>
            </a:r>
            <a:r>
              <a:rPr lang="ru-RU" dirty="0">
                <a:ea typeface="Calibri" panose="020F0502020204030204" pitchFamily="34" charset="0"/>
                <a:cs typeface="Times New Roman" panose="02020603050405020304" pitchFamily="18" charset="0"/>
              </a:rPr>
              <a:t> Т.А. Педагогика: учебник для студ. учреждений </a:t>
            </a:r>
            <a:r>
              <a:rPr lang="ru-RU" dirty="0" err="1">
                <a:ea typeface="Calibri" panose="020F0502020204030204" pitchFamily="34" charset="0"/>
                <a:cs typeface="Times New Roman" panose="02020603050405020304" pitchFamily="18" charset="0"/>
              </a:rPr>
              <a:t>высш</a:t>
            </a:r>
            <a:r>
              <a:rPr lang="ru-RU" dirty="0">
                <a:ea typeface="Calibri" panose="020F0502020204030204" pitchFamily="34" charset="0"/>
                <a:cs typeface="Times New Roman" panose="02020603050405020304" pitchFamily="18" charset="0"/>
              </a:rPr>
              <a:t>. проф. образования / под ред. П.И. </a:t>
            </a:r>
            <a:r>
              <a:rPr lang="ru-RU" dirty="0" err="1">
                <a:ea typeface="Calibri" panose="020F0502020204030204" pitchFamily="34" charset="0"/>
                <a:cs typeface="Times New Roman" panose="02020603050405020304" pitchFamily="18" charset="0"/>
              </a:rPr>
              <a:t>Пидкасистого</a:t>
            </a:r>
            <a:r>
              <a:rPr lang="ru-RU" dirty="0">
                <a:ea typeface="Calibri" panose="020F0502020204030204" pitchFamily="34" charset="0"/>
                <a:cs typeface="Times New Roman" panose="02020603050405020304" pitchFamily="18" charset="0"/>
              </a:rPr>
              <a:t>. ­– 2-е изд., </a:t>
            </a:r>
            <a:r>
              <a:rPr lang="ru-RU" dirty="0" err="1">
                <a:ea typeface="Calibri" panose="020F0502020204030204" pitchFamily="34" charset="0"/>
                <a:cs typeface="Times New Roman" panose="02020603050405020304" pitchFamily="18" charset="0"/>
              </a:rPr>
              <a:t>перераб</a:t>
            </a:r>
            <a:r>
              <a:rPr lang="ru-RU" dirty="0">
                <a:ea typeface="Calibri" panose="020F0502020204030204" pitchFamily="34" charset="0"/>
                <a:cs typeface="Times New Roman" panose="02020603050405020304" pitchFamily="18" charset="0"/>
              </a:rPr>
              <a:t>. и доп. – Москва: Издательский центр «Академия», 2014. – 624 с. </a:t>
            </a:r>
            <a:endParaRPr lang="ru-RU" sz="14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ru-RU" dirty="0" err="1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Подласый</a:t>
            </a:r>
            <a:r>
              <a:rPr lang="ru-RU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И.П.  Педагогика: учебник для вузов. </a:t>
            </a:r>
            <a:r>
              <a:rPr lang="ru-RU" dirty="0">
                <a:ea typeface="Calibri" panose="020F0502020204030204" pitchFamily="34" charset="0"/>
                <a:cs typeface="Times New Roman" panose="02020603050405020304" pitchFamily="18" charset="0"/>
              </a:rPr>
              <a:t>–</a:t>
            </a:r>
            <a:r>
              <a:rPr lang="ru-RU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3-е изд., </a:t>
            </a:r>
            <a:r>
              <a:rPr lang="ru-RU" dirty="0" err="1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перераб</a:t>
            </a:r>
            <a:r>
              <a:rPr lang="ru-RU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. и доп. </a:t>
            </a:r>
            <a:r>
              <a:rPr lang="ru-RU" dirty="0">
                <a:ea typeface="Calibri" panose="020F0502020204030204" pitchFamily="34" charset="0"/>
                <a:cs typeface="Times New Roman" panose="02020603050405020304" pitchFamily="18" charset="0"/>
              </a:rPr>
              <a:t>–</a:t>
            </a:r>
            <a:r>
              <a:rPr lang="ru-RU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Москва: Издательство </a:t>
            </a:r>
            <a:r>
              <a:rPr lang="ru-RU" dirty="0" err="1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Юрайт</a:t>
            </a:r>
            <a:r>
              <a:rPr lang="ru-RU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, 2020. </a:t>
            </a:r>
            <a:r>
              <a:rPr lang="ru-RU" dirty="0">
                <a:ea typeface="Calibri" panose="020F0502020204030204" pitchFamily="34" charset="0"/>
                <a:cs typeface="Times New Roman" panose="02020603050405020304" pitchFamily="18" charset="0"/>
              </a:rPr>
              <a:t>–</a:t>
            </a:r>
            <a:r>
              <a:rPr lang="ru-RU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576 с.</a:t>
            </a:r>
            <a:endParaRPr lang="ru-RU" sz="14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+mj-lt"/>
              <a:buAutoNum type="arabicPeriod"/>
            </a:pPr>
            <a:r>
              <a:rPr lang="ru-RU" dirty="0" err="1">
                <a:ea typeface="Calibri" panose="020F0502020204030204" pitchFamily="34" charset="0"/>
                <a:cs typeface="Times New Roman" panose="02020603050405020304" pitchFamily="18" charset="0"/>
              </a:rPr>
              <a:t>Сластенин</a:t>
            </a:r>
            <a:r>
              <a:rPr lang="ru-RU" dirty="0">
                <a:ea typeface="Calibri" panose="020F0502020204030204" pitchFamily="34" charset="0"/>
                <a:cs typeface="Times New Roman" panose="02020603050405020304" pitchFamily="18" charset="0"/>
              </a:rPr>
              <a:t> В.А. и др. Педагогика: учеб. пособие для студ. </a:t>
            </a:r>
            <a:r>
              <a:rPr lang="ru-RU" dirty="0" err="1">
                <a:ea typeface="Calibri" panose="020F0502020204030204" pitchFamily="34" charset="0"/>
                <a:cs typeface="Times New Roman" panose="02020603050405020304" pitchFamily="18" charset="0"/>
              </a:rPr>
              <a:t>высш</a:t>
            </a:r>
            <a:r>
              <a:rPr lang="ru-RU" dirty="0"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ru-RU" dirty="0" err="1">
                <a:ea typeface="Calibri" panose="020F0502020204030204" pitchFamily="34" charset="0"/>
                <a:cs typeface="Times New Roman" panose="02020603050405020304" pitchFamily="18" charset="0"/>
              </a:rPr>
              <a:t>пед</a:t>
            </a:r>
            <a:r>
              <a:rPr lang="ru-RU" dirty="0">
                <a:ea typeface="Calibri" panose="020F0502020204030204" pitchFamily="34" charset="0"/>
                <a:cs typeface="Times New Roman" panose="02020603050405020304" pitchFamily="18" charset="0"/>
              </a:rPr>
              <a:t>. учеб. заведений / под ред. В.А. </a:t>
            </a:r>
            <a:r>
              <a:rPr lang="ru-RU" dirty="0" err="1">
                <a:ea typeface="Calibri" panose="020F0502020204030204" pitchFamily="34" charset="0"/>
                <a:cs typeface="Times New Roman" panose="02020603050405020304" pitchFamily="18" charset="0"/>
              </a:rPr>
              <a:t>Сластенина</a:t>
            </a:r>
            <a:r>
              <a:rPr lang="ru-RU" dirty="0">
                <a:ea typeface="Calibri" panose="020F0502020204030204" pitchFamily="34" charset="0"/>
                <a:cs typeface="Times New Roman" panose="02020603050405020304" pitchFamily="18" charset="0"/>
              </a:rPr>
              <a:t>. – Москва: Издательский центр «Академия», 2013. – 576 с.</a:t>
            </a:r>
            <a:endParaRPr lang="ru-RU" sz="14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75000"/>
              </a:lnSpc>
              <a:buFont typeface="+mj-lt"/>
              <a:buAutoNum type="arabicPeriod"/>
            </a:pPr>
            <a:r>
              <a:rPr lang="ru-RU" dirty="0" err="1">
                <a:ea typeface="Times New Roman" panose="02020603050405020304" pitchFamily="18" charset="0"/>
              </a:rPr>
              <a:t>Стефановская</a:t>
            </a:r>
            <a:r>
              <a:rPr lang="ru-RU" dirty="0">
                <a:ea typeface="Times New Roman" panose="02020603050405020304" pitchFamily="18" charset="0"/>
              </a:rPr>
              <a:t> Т.А. Педагогика: наука и искусство. – Москва: Совершенство, 1998. – 368 с.</a:t>
            </a:r>
          </a:p>
          <a:p>
            <a:pPr marL="342900" lvl="0" indent="-342900" algn="just">
              <a:buFont typeface="+mj-lt"/>
              <a:buAutoNum type="arabicPeriod"/>
            </a:pPr>
            <a:r>
              <a:rPr lang="ru-RU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Столяренко А.М. Общая педагогика: учебное пособие. – </a:t>
            </a:r>
            <a:r>
              <a:rPr lang="ru-RU" dirty="0">
                <a:ea typeface="Calibri" panose="020F0502020204030204" pitchFamily="34" charset="0"/>
                <a:cs typeface="Times New Roman" panose="02020603050405020304" pitchFamily="18" charset="0"/>
              </a:rPr>
              <a:t>Москва</a:t>
            </a:r>
            <a:r>
              <a:rPr lang="ru-RU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: ЮНИТИ-ДАНА, 2017. – 479 </a:t>
            </a:r>
            <a:r>
              <a:rPr lang="ru-RU" dirty="0" err="1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ru-RU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14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+mj-lt"/>
              <a:buAutoNum type="arabicPeriod"/>
            </a:pPr>
            <a:r>
              <a:rPr lang="ru-RU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Харламов И.Ф. Педагогика: учеб. пособие для студентов, обучающихся по </a:t>
            </a:r>
            <a:r>
              <a:rPr lang="ru-RU" dirty="0" err="1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пед</a:t>
            </a:r>
            <a:r>
              <a:rPr lang="ru-RU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. специальностям. </a:t>
            </a:r>
            <a:r>
              <a:rPr lang="ru-RU" dirty="0">
                <a:ea typeface="Calibri" panose="020F0502020204030204" pitchFamily="34" charset="0"/>
                <a:cs typeface="Times New Roman" panose="02020603050405020304" pitchFamily="18" charset="0"/>
              </a:rPr>
              <a:t>–</a:t>
            </a:r>
            <a:r>
              <a:rPr lang="ru-RU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Изд. 4-е, </a:t>
            </a:r>
            <a:r>
              <a:rPr lang="ru-RU" dirty="0" err="1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перераб</a:t>
            </a:r>
            <a:r>
              <a:rPr lang="ru-RU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. и доп. </a:t>
            </a:r>
            <a:r>
              <a:rPr lang="ru-RU" dirty="0">
                <a:ea typeface="Calibri" panose="020F0502020204030204" pitchFamily="34" charset="0"/>
                <a:cs typeface="Times New Roman" panose="02020603050405020304" pitchFamily="18" charset="0"/>
              </a:rPr>
              <a:t>–</a:t>
            </a:r>
            <a:r>
              <a:rPr lang="ru-RU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>
                <a:ea typeface="Calibri" panose="020F0502020204030204" pitchFamily="34" charset="0"/>
                <a:cs typeface="Times New Roman" panose="02020603050405020304" pitchFamily="18" charset="0"/>
              </a:rPr>
              <a:t>Москва</a:t>
            </a:r>
            <a:r>
              <a:rPr lang="ru-RU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ru-RU" dirty="0" err="1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Гардарики</a:t>
            </a:r>
            <a:r>
              <a:rPr lang="ru-RU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. – 516</a:t>
            </a:r>
            <a:r>
              <a:rPr lang="ru-RU" dirty="0">
                <a:ea typeface="Calibri" panose="020F0502020204030204" pitchFamily="34" charset="0"/>
                <a:cs typeface="Times New Roman" panose="02020603050405020304" pitchFamily="18" charset="0"/>
              </a:rPr>
              <a:t> с.</a:t>
            </a:r>
            <a:endParaRPr lang="ru-RU" sz="14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8822936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F:\Педагогика, рисунки\21201-277775-19-obl-l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5520" y="260648"/>
            <a:ext cx="2145838" cy="3352873"/>
          </a:xfrm>
          <a:prstGeom prst="rect">
            <a:avLst/>
          </a:prstGeom>
          <a:ln>
            <a:noFill/>
          </a:ln>
          <a:effectLst>
            <a:softEdge rad="112500"/>
          </a:effectLst>
          <a:scene3d>
            <a:camera prst="isometricOffAxis1Right"/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1" name="Picture 3" descr="F:\Педагогика, рисунки\Slastbook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4752" y="692697"/>
            <a:ext cx="4043249" cy="2994999"/>
          </a:xfrm>
          <a:prstGeom prst="rect">
            <a:avLst/>
          </a:prstGeom>
          <a:ln>
            <a:noFill/>
          </a:ln>
          <a:effectLst>
            <a:softEdge rad="112500"/>
          </a:effectLst>
          <a:scene3d>
            <a:camera prst="isometricOffAxis2Left"/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ÐÐÐÐÐÐÐÐÐÐ ÐÐ¾Ð´ÑÐ¼Ð¾Ð²Ð° Ð.Ð¡. - ÐÑÐ². ÑÐµÐ´., Ð¡Ð»Ð°ÑÑÐµÐ½Ð¸Ð½ Ð.Ð. - ÐÑÐ². ÑÐµÐ´. Ð£ÑÐµÐ±Ð½Ð¸Ðº Ð¸ Ð¿ÑÐ°ÐºÑÐ¸ÐºÑÐ¼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0096" y="2585928"/>
            <a:ext cx="2880320" cy="4272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ÐÐÐÐÐÐÐÐÐÐ ÐÐ¸Ð´ÐºÐ°ÑÐ¸ÑÑÑÐ¹ Ð.Ð. - ÐÑÐ². ÑÐµÐ´. Ð£ÑÐµÐ±Ð½Ð¸Ðº Ð¸ Ð¿ÑÐ°ÐºÑÐ¸ÐºÑÐ¼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5680" y="2585927"/>
            <a:ext cx="2622290" cy="3889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 descr="ÐÐ°ÑÑÐ¸Ð½ÐºÐ¸ Ð¿Ð¾ Ð·Ð°Ð¿ÑÐ¾ÑÑ Ð¿Ð¸Ð´ÐºÐ°ÑÐ¸ÑÑÑÐ¹ Ð¿Ð°Ð²ÐµÐ» Ð¸Ð²Ð°Ð½Ð¾Ð²Ð¸Ñ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1069" y="500323"/>
            <a:ext cx="2016098" cy="2167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1742904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9" name="Picture 3" descr="F:\Педагогика, рисунки\kodjaspirova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3993" y="1877289"/>
            <a:ext cx="3999535" cy="3120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ÐÐÐÐÐÐÐÐÐÐ ÐÐ¾Ð´Ð¶Ð°ÑÐ¿Ð¸ÑÐ¾Ð²Ð° Ð.Ð. Ð£ÑÐµÐ±Ð½Ð¸Ðº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7569" y="764704"/>
            <a:ext cx="3495905" cy="5179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3350379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F:\Педагогика, рисунки\73277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9536" y="44290"/>
            <a:ext cx="2880320" cy="4295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7" name="Picture 3" descr="F:\Педагогика, рисунки\241313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6160" y="2652014"/>
            <a:ext cx="2820686" cy="4176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8" name="Picture 4" descr="F:\Педагогика, рисунки\kraevsky-2[1]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3872" y="620689"/>
            <a:ext cx="2592288" cy="3432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9" name="Picture 5" descr="F:\Педагогика, рисунки\khutorskoi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3752" y="3429001"/>
            <a:ext cx="2603622" cy="3384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9044287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1" name="Picture 3" descr="F:\Педагогика, рисунки\6607616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2024" y="447869"/>
            <a:ext cx="2304256" cy="351399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 descr="Ð¢ÐÐÐ ÐÐ¯ ÐÐÐ£Ð§ÐÐÐÐ¯ Ð ÐÐÐ¡ÐÐÐ¢ÐÐÐÐ¯ ÐÐ°Ð³Ð²ÑÐ·Ð¸Ð½ÑÐºÐ¸Ð¹ Ð.Ð., ÐÐ¼ÐµÐ»ÑÑÐ½Ð¾Ð²Ð° Ð.Ð. Ð£ÑÐµÐ±Ð½Ð¸Ðº Ð¸ Ð¿ÑÐ°ÐºÑÐ¸ÐºÑÐ¼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0177" y="2420888"/>
            <a:ext cx="2672039" cy="4176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 descr="ÐÐ°ÑÑÐ¸Ð½ÐºÐ¸ Ð¿Ð¾ Ð·Ð°Ð¿ÑÐ¾ÑÑ Ð±Ð¾ÑÐ´Ð¾Ð²ÑÐºÐ°Ñ Ð½Ð¸Ð½Ð° Ð²Ð°Ð»ÐµÐ½ÑÐ¸Ð½Ð¾Ð²Ð½Ð°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1505" y="260649"/>
            <a:ext cx="3653587" cy="2423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8" name="Picture 12" descr="ÐÐ°ÑÑÐ¸Ð½ÐºÐ¸ Ð¿Ð¾ Ð·Ð°Ð¿ÑÐ¾ÑÑ Ð±Ð¾ÑÐ´Ð¾Ð²ÑÐºÐ°Ñ Ð½Ð¸Ð½Ð° Ð²Ð°Ð»ÐµÐ½ÑÐ¸Ð½Ð¾Ð²Ð½Ð°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5641" y="2357718"/>
            <a:ext cx="2903461" cy="4207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6449944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AB2280-1F40-A442-ABA1-E3D8C1EB7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300" y="1324303"/>
            <a:ext cx="8915399" cy="2259725"/>
          </a:xfrm>
        </p:spPr>
        <p:txBody>
          <a:bodyPr>
            <a:normAutofit fontScale="90000"/>
          </a:bodyPr>
          <a:lstStyle/>
          <a:p>
            <a:pPr algn="ctr"/>
            <a:r>
              <a:rPr lang="ru-RU" sz="5300" b="1" dirty="0"/>
              <a:t>1. Общее представление </a:t>
            </a:r>
            <a:br>
              <a:rPr lang="en-US" sz="5300" b="1" dirty="0"/>
            </a:br>
            <a:r>
              <a:rPr lang="ru-RU" sz="5300" b="1" dirty="0"/>
              <a:t>о педагогике как науке</a:t>
            </a:r>
            <a:br>
              <a:rPr lang="ru-RU" b="1" dirty="0"/>
            </a:b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2549425002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2"/>
          <p:cNvSpPr>
            <a:spLocks noGrp="1" noChangeArrowheads="1"/>
          </p:cNvSpPr>
          <p:nvPr>
            <p:ph type="title"/>
          </p:nvPr>
        </p:nvSpPr>
        <p:spPr>
          <a:xfrm>
            <a:off x="2495600" y="764704"/>
            <a:ext cx="7024744" cy="829896"/>
          </a:xfrm>
        </p:spPr>
        <p:txBody>
          <a:bodyPr/>
          <a:lstStyle/>
          <a:p>
            <a:pPr algn="ctr"/>
            <a:r>
              <a:rPr lang="ru-RU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Признаки науки</a:t>
            </a:r>
          </a:p>
        </p:txBody>
      </p:sp>
      <p:sp>
        <p:nvSpPr>
          <p:cNvPr id="166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7568" y="1628801"/>
            <a:ext cx="7920880" cy="2736304"/>
          </a:xfrm>
        </p:spPr>
        <p:txBody>
          <a:bodyPr>
            <a:noAutofit/>
          </a:bodyPr>
          <a:lstStyle/>
          <a:p>
            <a:r>
              <a:rPr lang="ru-RU" sz="2800" dirty="0"/>
              <a:t>Возникает из потребностей общества</a:t>
            </a:r>
          </a:p>
          <a:p>
            <a:r>
              <a:rPr lang="ru-RU" sz="2800" dirty="0"/>
              <a:t>Имеет свой предмет исследования</a:t>
            </a:r>
          </a:p>
          <a:p>
            <a:r>
              <a:rPr lang="ru-RU" sz="2800" dirty="0"/>
              <a:t>Имеет свой категориальный аппарат</a:t>
            </a:r>
          </a:p>
          <a:p>
            <a:r>
              <a:rPr lang="ru-RU" sz="2800" dirty="0"/>
              <a:t>Наличие своих методов исследования</a:t>
            </a:r>
          </a:p>
        </p:txBody>
      </p:sp>
      <p:pic>
        <p:nvPicPr>
          <p:cNvPr id="2050" name="Picture 2" descr="F:\Педагогика, рисунки\06669719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7768" y="3645024"/>
            <a:ext cx="3874368" cy="2991178"/>
          </a:xfrm>
          <a:prstGeom prst="rect">
            <a:avLst/>
          </a:prstGeom>
          <a:ln>
            <a:noFill/>
          </a:ln>
          <a:effectLst>
            <a:softEdge rad="112500"/>
          </a:effectLst>
          <a:scene3d>
            <a:camera prst="perspectiveRelaxedModerately"/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5766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6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6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166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66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66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66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900" decel="100000" fill="hold"/>
                                        <p:tgtEl>
                                          <p:spTgt spid="166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66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66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66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900" decel="100000" fill="hold"/>
                                        <p:tgtEl>
                                          <p:spTgt spid="166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66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66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66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900" decel="100000" fill="hold"/>
                                        <p:tgtEl>
                                          <p:spTgt spid="166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66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7" name="Rectangle 3">
            <a:extLst>
              <a:ext uri="{FF2B5EF4-FFF2-40B4-BE49-F238E27FC236}">
                <a16:creationId xmlns:a16="http://schemas.microsoft.com/office/drawing/2014/main" id="{FA7DCFBA-42EB-3042-AE25-0C6DC14625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09800" y="908050"/>
            <a:ext cx="7772400" cy="5473700"/>
          </a:xfrm>
        </p:spPr>
        <p:txBody>
          <a:bodyPr/>
          <a:lstStyle/>
          <a:p>
            <a:pPr eaLnBrk="1" hangingPunct="1">
              <a:buFont typeface="Wingdings" pitchFamily="2" charset="2"/>
              <a:buChar char="v"/>
              <a:defRPr/>
            </a:pPr>
            <a:r>
              <a:rPr lang="ru-RU" sz="3000" b="1" dirty="0">
                <a:latin typeface="Bookman Old Style" pitchFamily="18" charset="0"/>
              </a:rPr>
              <a:t> Объект </a:t>
            </a:r>
            <a:r>
              <a:rPr lang="ru-RU" sz="3000" dirty="0"/>
              <a:t>– это та область реальной действительности, которую исследует данная наука.</a:t>
            </a:r>
          </a:p>
          <a:p>
            <a:pPr eaLnBrk="1" hangingPunct="1">
              <a:buFont typeface="Wingdings" pitchFamily="2" charset="2"/>
              <a:buChar char="v"/>
              <a:defRPr/>
            </a:pPr>
            <a:r>
              <a:rPr lang="ru-RU" sz="3000" b="1" dirty="0"/>
              <a:t> </a:t>
            </a:r>
            <a:r>
              <a:rPr lang="ru-RU" sz="3000" b="1" dirty="0">
                <a:latin typeface="Bookman Old Style" pitchFamily="18" charset="0"/>
              </a:rPr>
              <a:t>Предмет</a:t>
            </a:r>
            <a:r>
              <a:rPr lang="ru-RU" sz="30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ru-RU" sz="3000" dirty="0"/>
              <a:t>– это те процессы и явления, которые описывает, исследует, объясняет, прогнозирует наука на основании своих законов.</a:t>
            </a:r>
          </a:p>
        </p:txBody>
      </p:sp>
      <p:sp>
        <p:nvSpPr>
          <p:cNvPr id="18435" name="Oval 4">
            <a:extLst>
              <a:ext uri="{FF2B5EF4-FFF2-40B4-BE49-F238E27FC236}">
                <a16:creationId xmlns:a16="http://schemas.microsoft.com/office/drawing/2014/main" id="{6CF9837B-FE59-5A4E-8408-D5659247237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927351" y="4508500"/>
            <a:ext cx="2016125" cy="1944688"/>
          </a:xfrm>
          <a:prstGeom prst="ellipse">
            <a:avLst/>
          </a:prstGeom>
          <a:noFill/>
          <a:ln w="222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18436" name="Text Box 5">
            <a:extLst>
              <a:ext uri="{FF2B5EF4-FFF2-40B4-BE49-F238E27FC236}">
                <a16:creationId xmlns:a16="http://schemas.microsoft.com/office/drawing/2014/main" id="{6F147A7A-3EAF-C344-946B-D477A98C35F5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2351088" y="4652964"/>
            <a:ext cx="6477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ru-RU" altLang="ru-RU"/>
              <a:t>Р Д</a:t>
            </a:r>
          </a:p>
        </p:txBody>
      </p:sp>
      <p:sp>
        <p:nvSpPr>
          <p:cNvPr id="18437" name="Line 6">
            <a:extLst>
              <a:ext uri="{FF2B5EF4-FFF2-40B4-BE49-F238E27FC236}">
                <a16:creationId xmlns:a16="http://schemas.microsoft.com/office/drawing/2014/main" id="{10058F42-E753-A24C-85B6-699A565128D9}"/>
              </a:ext>
            </a:extLst>
          </p:cNvPr>
          <p:cNvSpPr>
            <a:spLocks noChangeShapeType="1"/>
          </p:cNvSpPr>
          <p:nvPr/>
        </p:nvSpPr>
        <p:spPr bwMode="ltGray">
          <a:xfrm flipH="1">
            <a:off x="4224338" y="4941888"/>
            <a:ext cx="1223962" cy="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ru-RU"/>
          </a:p>
        </p:txBody>
      </p:sp>
      <p:sp>
        <p:nvSpPr>
          <p:cNvPr id="18438" name="Text Box 7">
            <a:extLst>
              <a:ext uri="{FF2B5EF4-FFF2-40B4-BE49-F238E27FC236}">
                <a16:creationId xmlns:a16="http://schemas.microsoft.com/office/drawing/2014/main" id="{568C4BCE-7D1F-1B47-A7F8-551C606184FC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5087939" y="4581525"/>
            <a:ext cx="115252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-RU" altLang="ru-RU"/>
              <a:t>Объект </a:t>
            </a:r>
          </a:p>
        </p:txBody>
      </p:sp>
      <p:sp>
        <p:nvSpPr>
          <p:cNvPr id="18439" name="Oval 8">
            <a:extLst>
              <a:ext uri="{FF2B5EF4-FFF2-40B4-BE49-F238E27FC236}">
                <a16:creationId xmlns:a16="http://schemas.microsoft.com/office/drawing/2014/main" id="{C6EDAA06-5747-B648-862C-A394CE4A068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367214" y="5373689"/>
            <a:ext cx="504825" cy="503237"/>
          </a:xfrm>
          <a:prstGeom prst="ellipse">
            <a:avLst/>
          </a:prstGeom>
          <a:noFill/>
          <a:ln w="222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18440" name="Oval 10">
            <a:extLst>
              <a:ext uri="{FF2B5EF4-FFF2-40B4-BE49-F238E27FC236}">
                <a16:creationId xmlns:a16="http://schemas.microsoft.com/office/drawing/2014/main" id="{DD2DD3BD-99E0-D24E-90FE-E2181B49F83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792539" y="5805489"/>
            <a:ext cx="503237" cy="503237"/>
          </a:xfrm>
          <a:prstGeom prst="ellipse">
            <a:avLst/>
          </a:prstGeom>
          <a:noFill/>
          <a:ln w="222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18441" name="Line 11">
            <a:extLst>
              <a:ext uri="{FF2B5EF4-FFF2-40B4-BE49-F238E27FC236}">
                <a16:creationId xmlns:a16="http://schemas.microsoft.com/office/drawing/2014/main" id="{09858060-4A57-4041-80DE-639249F74CD7}"/>
              </a:ext>
            </a:extLst>
          </p:cNvPr>
          <p:cNvSpPr>
            <a:spLocks noChangeShapeType="1"/>
          </p:cNvSpPr>
          <p:nvPr/>
        </p:nvSpPr>
        <p:spPr bwMode="ltGray">
          <a:xfrm flipH="1" flipV="1">
            <a:off x="4583114" y="5661025"/>
            <a:ext cx="865187" cy="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ru-RU"/>
          </a:p>
        </p:txBody>
      </p:sp>
      <p:sp>
        <p:nvSpPr>
          <p:cNvPr id="18442" name="Line 12">
            <a:extLst>
              <a:ext uri="{FF2B5EF4-FFF2-40B4-BE49-F238E27FC236}">
                <a16:creationId xmlns:a16="http://schemas.microsoft.com/office/drawing/2014/main" id="{318149B2-683D-4E48-9E93-EB7B51B2392F}"/>
              </a:ext>
            </a:extLst>
          </p:cNvPr>
          <p:cNvSpPr>
            <a:spLocks noChangeShapeType="1"/>
          </p:cNvSpPr>
          <p:nvPr/>
        </p:nvSpPr>
        <p:spPr bwMode="ltGray">
          <a:xfrm flipH="1" flipV="1">
            <a:off x="4008438" y="6165850"/>
            <a:ext cx="1008062" cy="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ru-RU"/>
          </a:p>
        </p:txBody>
      </p:sp>
      <p:sp>
        <p:nvSpPr>
          <p:cNvPr id="18443" name="Text Box 13">
            <a:extLst>
              <a:ext uri="{FF2B5EF4-FFF2-40B4-BE49-F238E27FC236}">
                <a16:creationId xmlns:a16="http://schemas.microsoft.com/office/drawing/2014/main" id="{EFC89F9E-5778-EB48-B7F2-654F7938005D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5232401" y="5300663"/>
            <a:ext cx="158432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-RU" altLang="ru-RU"/>
              <a:t>Предмет 1</a:t>
            </a:r>
          </a:p>
        </p:txBody>
      </p:sp>
      <p:sp>
        <p:nvSpPr>
          <p:cNvPr id="18444" name="Text Box 14">
            <a:extLst>
              <a:ext uri="{FF2B5EF4-FFF2-40B4-BE49-F238E27FC236}">
                <a16:creationId xmlns:a16="http://schemas.microsoft.com/office/drawing/2014/main" id="{F16391F5-33B8-8845-A95D-712D9FAB3901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4943476" y="5805488"/>
            <a:ext cx="158432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-RU" altLang="ru-RU"/>
              <a:t>Предмет 2</a:t>
            </a:r>
          </a:p>
        </p:txBody>
      </p:sp>
      <p:sp>
        <p:nvSpPr>
          <p:cNvPr id="18445" name="Text Box 15">
            <a:extLst>
              <a:ext uri="{FF2B5EF4-FFF2-40B4-BE49-F238E27FC236}">
                <a16:creationId xmlns:a16="http://schemas.microsoft.com/office/drawing/2014/main" id="{F07BCB60-D1D4-E14A-873D-1AA12563A96E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7248525" y="4652963"/>
            <a:ext cx="295275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-RU" altLang="ru-RU" sz="2000"/>
              <a:t>Предмет – наиболее существенная часть объекта</a:t>
            </a:r>
          </a:p>
        </p:txBody>
      </p:sp>
      <p:sp>
        <p:nvSpPr>
          <p:cNvPr id="18446" name="Oval 16">
            <a:extLst>
              <a:ext uri="{FF2B5EF4-FFF2-40B4-BE49-F238E27FC236}">
                <a16:creationId xmlns:a16="http://schemas.microsoft.com/office/drawing/2014/main" id="{E06B1B4A-3043-D049-8087-6CEF820497E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143250" y="5516564"/>
            <a:ext cx="503238" cy="503237"/>
          </a:xfrm>
          <a:prstGeom prst="ellipse">
            <a:avLst/>
          </a:prstGeom>
          <a:noFill/>
          <a:ln w="222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18447" name="Line 17">
            <a:extLst>
              <a:ext uri="{FF2B5EF4-FFF2-40B4-BE49-F238E27FC236}">
                <a16:creationId xmlns:a16="http://schemas.microsoft.com/office/drawing/2014/main" id="{CCAE25EB-92EA-7D46-8CB6-B4C145B4D5A7}"/>
              </a:ext>
            </a:extLst>
          </p:cNvPr>
          <p:cNvSpPr>
            <a:spLocks noChangeShapeType="1"/>
          </p:cNvSpPr>
          <p:nvPr/>
        </p:nvSpPr>
        <p:spPr bwMode="ltGray">
          <a:xfrm flipV="1">
            <a:off x="2495550" y="5805488"/>
            <a:ext cx="863600" cy="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ru-RU"/>
          </a:p>
        </p:txBody>
      </p:sp>
      <p:sp>
        <p:nvSpPr>
          <p:cNvPr id="18448" name="Text Box 18">
            <a:extLst>
              <a:ext uri="{FF2B5EF4-FFF2-40B4-BE49-F238E27FC236}">
                <a16:creationId xmlns:a16="http://schemas.microsoft.com/office/drawing/2014/main" id="{07F08481-235A-F441-A3C2-C0E7074B986D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1774826" y="5445125"/>
            <a:ext cx="14763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-RU" altLang="ru-RU"/>
              <a:t>Предмет </a:t>
            </a:r>
            <a:r>
              <a:rPr lang="en-US" altLang="ru-RU"/>
              <a:t>n</a:t>
            </a:r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10186175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8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8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108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085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85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900" decel="100000" fill="hold"/>
                                        <p:tgtEl>
                                          <p:spTgt spid="1085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D563F86-5EFE-684A-A5C5-0338946DA76C}"/>
              </a:ext>
            </a:extLst>
          </p:cNvPr>
          <p:cNvSpPr/>
          <p:nvPr/>
        </p:nvSpPr>
        <p:spPr>
          <a:xfrm>
            <a:off x="1744717" y="171336"/>
            <a:ext cx="9890235" cy="72019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ru-RU" altLang="ru-RU" sz="2400" b="1" dirty="0">
                <a:latin typeface="+mj-lt"/>
                <a:cs typeface="Times New Roman" panose="02020603050405020304" pitchFamily="18" charset="0"/>
              </a:rPr>
              <a:t>Педагогика</a:t>
            </a:r>
            <a:r>
              <a:rPr lang="ru-RU" altLang="ru-RU" sz="2400" dirty="0">
                <a:latin typeface="+mj-lt"/>
                <a:cs typeface="Times New Roman" panose="02020603050405020304" pitchFamily="18" charset="0"/>
              </a:rPr>
              <a:t> – это</a:t>
            </a:r>
          </a:p>
          <a:p>
            <a:pPr marL="285750" algn="just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v"/>
            </a:pPr>
            <a:r>
              <a:rPr lang="ru-RU" altLang="ru-RU" dirty="0">
                <a:cs typeface="Times New Roman" panose="02020603050405020304" pitchFamily="18" charset="0"/>
              </a:rPr>
              <a:t>Наука, изучающая сущность, закономерности, принципы, методы и формы организации педагогического процесса как фактора и средства развития человека на протяжении всей его жизни (И.Б. Котова, Е.Н. </a:t>
            </a:r>
            <a:r>
              <a:rPr lang="ru-RU" altLang="ru-RU" dirty="0" err="1">
                <a:cs typeface="Times New Roman" panose="02020603050405020304" pitchFamily="18" charset="0"/>
              </a:rPr>
              <a:t>Шиянов</a:t>
            </a:r>
            <a:r>
              <a:rPr lang="ru-RU" altLang="ru-RU" dirty="0">
                <a:cs typeface="Times New Roman" panose="02020603050405020304" pitchFamily="18" charset="0"/>
              </a:rPr>
              <a:t>, С.А.</a:t>
            </a:r>
            <a:r>
              <a:rPr lang="en-US" altLang="ru-RU" dirty="0">
                <a:cs typeface="Times New Roman" panose="02020603050405020304" pitchFamily="18" charset="0"/>
              </a:rPr>
              <a:t> </a:t>
            </a:r>
            <a:r>
              <a:rPr lang="ru-RU" altLang="ru-RU" dirty="0">
                <a:cs typeface="Times New Roman" panose="02020603050405020304" pitchFamily="18" charset="0"/>
              </a:rPr>
              <a:t>Смирнов);</a:t>
            </a:r>
          </a:p>
          <a:p>
            <a:pPr marL="285750" algn="just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v"/>
            </a:pPr>
            <a:r>
              <a:rPr lang="ru-RU" altLang="ru-RU" dirty="0">
                <a:cs typeface="Times New Roman" panose="02020603050405020304" pitchFamily="18" charset="0"/>
              </a:rPr>
              <a:t>Наука об образовании человека, то есть о развитии его жизненного опыта (А.М. Новиков);</a:t>
            </a:r>
          </a:p>
          <a:p>
            <a:pPr marL="285750" lvl="0" algn="just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v"/>
            </a:pPr>
            <a:r>
              <a:rPr lang="ru-RU" dirty="0"/>
              <a:t>Наука о специально организованной целенаправленной и систематической деятельности по формированию человека, о содержании, формах и методах воспитания, образования и обучения (Российская педагогическая энциклопедия); </a:t>
            </a:r>
          </a:p>
          <a:p>
            <a:pPr marL="285750" lvl="0" algn="just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v"/>
            </a:pPr>
            <a:r>
              <a:rPr lang="ru-RU" dirty="0"/>
              <a:t>Особая, социально и личностно детерминированная деятельность по приобщению человеческих существ к жизни общества (П.И. </a:t>
            </a:r>
            <a:r>
              <a:rPr lang="ru-RU" dirty="0" err="1"/>
              <a:t>Пидкасистый</a:t>
            </a:r>
            <a:r>
              <a:rPr lang="ru-RU" dirty="0"/>
              <a:t>); </a:t>
            </a:r>
          </a:p>
          <a:p>
            <a:pPr marL="285750" lvl="0" algn="just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v"/>
            </a:pPr>
            <a:r>
              <a:rPr lang="ru-RU" dirty="0"/>
              <a:t>Наука о педагогическом процессе, организованном в условиях педагогической системы и обеспечивающем развитие его субъектов (Н.В. </a:t>
            </a:r>
            <a:r>
              <a:rPr lang="ru-RU" dirty="0" err="1"/>
              <a:t>Бордовская</a:t>
            </a:r>
            <a:r>
              <a:rPr lang="ru-RU" dirty="0"/>
              <a:t>, А.А. </a:t>
            </a:r>
            <a:r>
              <a:rPr lang="ru-RU" dirty="0" err="1"/>
              <a:t>Реан</a:t>
            </a:r>
            <a:r>
              <a:rPr lang="ru-RU" dirty="0"/>
              <a:t>); </a:t>
            </a:r>
          </a:p>
          <a:p>
            <a:pPr marL="285750" lvl="0" algn="just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v"/>
            </a:pPr>
            <a:r>
              <a:rPr lang="ru-RU" dirty="0"/>
              <a:t>Теоретическая наука и педагогическая деятельность, искусство (И.Ф. Харламов); </a:t>
            </a:r>
          </a:p>
          <a:p>
            <a:pPr marL="285750" lvl="0" algn="just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v"/>
            </a:pPr>
            <a:r>
              <a:rPr lang="ru-RU" dirty="0"/>
              <a:t>Наука о законах и закономерностях воспитания, образования, обучения, социализации и творческого саморазвития человека (В.И. Андреев).</a:t>
            </a:r>
          </a:p>
          <a:p>
            <a:endParaRPr lang="ru-RU" alt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881976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900" decel="100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900" decel="100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900" decel="100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900" decel="100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900" decel="100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900" decel="100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A27700B-7D41-804E-A79B-17226541053D}"/>
              </a:ext>
            </a:extLst>
          </p:cNvPr>
          <p:cNvSpPr/>
          <p:nvPr/>
        </p:nvSpPr>
        <p:spPr>
          <a:xfrm>
            <a:off x="1734206" y="1636251"/>
            <a:ext cx="9165021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600" b="1" dirty="0">
                <a:latin typeface="+mj-lt"/>
                <a:ea typeface="Times New Roman" panose="02020603050405020304" pitchFamily="18" charset="0"/>
              </a:rPr>
              <a:t>2</a:t>
            </a:r>
            <a:r>
              <a:rPr lang="ru-RU" sz="4400" b="1" dirty="0">
                <a:latin typeface="+mj-lt"/>
                <a:ea typeface="Times New Roman" panose="02020603050405020304" pitchFamily="18" charset="0"/>
              </a:rPr>
              <a:t>. Объект, предмет, функции и задачи педагогики</a:t>
            </a:r>
            <a:r>
              <a:rPr lang="ru-RU" sz="4400" b="1" dirty="0">
                <a:latin typeface="+mj-lt"/>
              </a:rPr>
              <a:t> </a:t>
            </a:r>
            <a:endParaRPr lang="ru-RU" sz="36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885448513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2"/>
          <p:cNvSpPr>
            <a:spLocks noGrp="1" noChangeArrowheads="1"/>
          </p:cNvSpPr>
          <p:nvPr>
            <p:ph type="title"/>
          </p:nvPr>
        </p:nvSpPr>
        <p:spPr>
          <a:xfrm>
            <a:off x="2423592" y="548680"/>
            <a:ext cx="7543800" cy="838200"/>
          </a:xfrm>
        </p:spPr>
        <p:txBody>
          <a:bodyPr/>
          <a:lstStyle/>
          <a:p>
            <a:pPr algn="ctr"/>
            <a:r>
              <a:rPr lang="ru-RU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Педагогика</a:t>
            </a:r>
          </a:p>
        </p:txBody>
      </p:sp>
      <p:sp>
        <p:nvSpPr>
          <p:cNvPr id="165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66345" y="1340769"/>
            <a:ext cx="9722069" cy="4776252"/>
          </a:xfrm>
        </p:spPr>
        <p:txBody>
          <a:bodyPr>
            <a:noAutofit/>
          </a:bodyPr>
          <a:lstStyle/>
          <a:p>
            <a:pPr algn="just"/>
            <a:r>
              <a:rPr lang="ru-RU" sz="2400" b="1" dirty="0"/>
              <a:t>Объект педагогики</a:t>
            </a:r>
            <a:r>
              <a:rPr lang="ru-RU" sz="2400" dirty="0"/>
              <a:t> – те явления действительности, которые обусловливают развитие человеческого индивида в процессе целенаправленной деятельности общества.</a:t>
            </a:r>
          </a:p>
          <a:p>
            <a:pPr marL="0" indent="0" algn="r">
              <a:buNone/>
            </a:pPr>
            <a:r>
              <a:rPr lang="ru-RU" sz="2400" dirty="0"/>
              <a:t> (В.А. </a:t>
            </a:r>
            <a:r>
              <a:rPr lang="ru-RU" sz="2400" dirty="0" err="1"/>
              <a:t>Сластенин</a:t>
            </a:r>
            <a:r>
              <a:rPr lang="ru-RU" sz="2400" dirty="0"/>
              <a:t>)</a:t>
            </a:r>
          </a:p>
          <a:p>
            <a:pPr algn="just">
              <a:buFont typeface="Wingdings" pitchFamily="2" charset="2"/>
              <a:buNone/>
            </a:pPr>
            <a:endParaRPr lang="ru-RU" sz="2400" dirty="0"/>
          </a:p>
          <a:p>
            <a:pPr algn="just"/>
            <a:r>
              <a:rPr lang="ru-RU" sz="2400" b="1" dirty="0"/>
              <a:t>Предмет педагогики</a:t>
            </a:r>
            <a:r>
              <a:rPr lang="ru-RU" sz="2400" dirty="0"/>
              <a:t> - образование как реальный целостный педагогический процесс, целенаправленно организуемый в специальных социальных институтах</a:t>
            </a:r>
            <a:r>
              <a:rPr lang="en-US" sz="2400" dirty="0"/>
              <a:t> </a:t>
            </a:r>
            <a:r>
              <a:rPr lang="ru-RU" sz="2400" dirty="0"/>
              <a:t>(семье, образовательных и культурно-воспитательных учреждениях). </a:t>
            </a:r>
          </a:p>
          <a:p>
            <a:pPr marL="0" indent="0" algn="r">
              <a:buNone/>
            </a:pPr>
            <a:r>
              <a:rPr lang="ru-RU" sz="2400" dirty="0"/>
              <a:t>(В.А. </a:t>
            </a:r>
            <a:r>
              <a:rPr lang="ru-RU" sz="2400" dirty="0" err="1"/>
              <a:t>Сластенин</a:t>
            </a:r>
            <a:r>
              <a:rPr lang="ru-RU" sz="2400" dirty="0"/>
              <a:t>)</a:t>
            </a:r>
          </a:p>
          <a:p>
            <a:pPr marL="0" indent="0" algn="just">
              <a:buNone/>
            </a:pP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94662406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5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5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165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65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65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900" decel="100000" fill="hold"/>
                                        <p:tgtEl>
                                          <p:spTgt spid="165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65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5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900" decel="100000" fill="hold"/>
                                        <p:tgtEl>
                                          <p:spTgt spid="165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65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65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900" decel="100000" fill="hold"/>
                                        <p:tgtEl>
                                          <p:spTgt spid="165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266C4286-2D83-8446-AA8F-382ABBC244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7780" y="1082565"/>
            <a:ext cx="9528667" cy="3415864"/>
          </a:xfrm>
        </p:spPr>
        <p:txBody>
          <a:bodyPr/>
          <a:lstStyle/>
          <a:p>
            <a:pPr marL="0" indent="457200" algn="just">
              <a:spcBef>
                <a:spcPts val="0"/>
              </a:spcBef>
              <a:buNone/>
            </a:pPr>
            <a:r>
              <a:rPr lang="ru-RU" sz="3200" b="1" dirty="0"/>
              <a:t>Педагогика</a:t>
            </a:r>
            <a:r>
              <a:rPr lang="ru-RU" sz="3200" dirty="0"/>
              <a:t> представляет собой науку, изучающую сущность, закономерности, тенденции и перспективы развития педагогического процесса (образования) как фактора и средства развития человека на протяжении всей его жизни.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91206973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Содержимое 2">
            <a:extLst>
              <a:ext uri="{FF2B5EF4-FFF2-40B4-BE49-F238E27FC236}">
                <a16:creationId xmlns:a16="http://schemas.microsoft.com/office/drawing/2014/main" id="{AB33A086-98F0-D646-A903-65FFAC8BCF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8276" y="409903"/>
            <a:ext cx="11204027" cy="5644055"/>
          </a:xfrm>
        </p:spPr>
        <p:txBody>
          <a:bodyPr>
            <a:normAutofit fontScale="40000" lnSpcReduction="20000"/>
          </a:bodyPr>
          <a:lstStyle/>
          <a:p>
            <a:pPr algn="ctr">
              <a:buFontTx/>
              <a:buNone/>
            </a:pPr>
            <a:r>
              <a:rPr lang="ru-RU" altLang="ru-RU" sz="8000" b="1" dirty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Функции педагогики</a:t>
            </a:r>
          </a:p>
          <a:p>
            <a:pPr>
              <a:buFontTx/>
              <a:buNone/>
            </a:pPr>
            <a:endParaRPr lang="ru-RU" altLang="ru-RU" sz="2400" dirty="0">
              <a:solidFill>
                <a:schemeClr val="tx1"/>
              </a:solidFill>
            </a:endParaRPr>
          </a:p>
          <a:p>
            <a:pPr marL="0" indent="0" algn="just">
              <a:buNone/>
            </a:pPr>
            <a:r>
              <a:rPr lang="ru-RU" altLang="ru-RU" sz="7000" b="1" dirty="0">
                <a:cs typeface="Times New Roman" panose="02020603050405020304" pitchFamily="18" charset="0"/>
              </a:rPr>
              <a:t>Теоретическая функция, реализующаяся на 3 уровнях:</a:t>
            </a:r>
          </a:p>
          <a:p>
            <a:pPr lvl="1" algn="just"/>
            <a:r>
              <a:rPr lang="ru-RU" altLang="ru-RU" sz="7000" dirty="0">
                <a:cs typeface="Times New Roman" panose="02020603050405020304" pitchFamily="18" charset="0"/>
              </a:rPr>
              <a:t>описательном, объяснительном;</a:t>
            </a:r>
          </a:p>
          <a:p>
            <a:pPr lvl="1" algn="just"/>
            <a:r>
              <a:rPr lang="ru-RU" altLang="ru-RU" sz="7000" dirty="0">
                <a:cs typeface="Times New Roman" panose="02020603050405020304" pitchFamily="18" charset="0"/>
              </a:rPr>
              <a:t>диагностическом;</a:t>
            </a:r>
          </a:p>
          <a:p>
            <a:pPr lvl="1" algn="just"/>
            <a:r>
              <a:rPr lang="ru-RU" altLang="ru-RU" sz="7000" dirty="0">
                <a:cs typeface="Times New Roman" panose="02020603050405020304" pitchFamily="18" charset="0"/>
              </a:rPr>
              <a:t>прогностическом.</a:t>
            </a:r>
          </a:p>
          <a:p>
            <a:pPr marL="0" indent="0" algn="just">
              <a:buNone/>
            </a:pPr>
            <a:endParaRPr lang="ru-RU" altLang="ru-RU" sz="7000" b="1" dirty="0"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ru-RU" altLang="ru-RU" sz="7000" b="1" dirty="0">
                <a:cs typeface="Times New Roman" panose="02020603050405020304" pitchFamily="18" charset="0"/>
              </a:rPr>
              <a:t>Технологическая функция, реализующаяся на 3 уровнях:</a:t>
            </a:r>
          </a:p>
          <a:p>
            <a:pPr lvl="1" algn="just"/>
            <a:r>
              <a:rPr lang="ru-RU" altLang="ru-RU" sz="7000" dirty="0">
                <a:cs typeface="Times New Roman" panose="02020603050405020304" pitchFamily="18" charset="0"/>
              </a:rPr>
              <a:t>проективном;</a:t>
            </a:r>
          </a:p>
          <a:p>
            <a:pPr lvl="1" algn="just"/>
            <a:r>
              <a:rPr lang="ru-RU" altLang="ru-RU" sz="7000" dirty="0">
                <a:cs typeface="Times New Roman" panose="02020603050405020304" pitchFamily="18" charset="0"/>
              </a:rPr>
              <a:t>преобразовательном;</a:t>
            </a:r>
          </a:p>
          <a:p>
            <a:pPr lvl="1" algn="just"/>
            <a:r>
              <a:rPr lang="ru-RU" altLang="ru-RU" sz="7000" dirty="0">
                <a:cs typeface="Times New Roman" panose="02020603050405020304" pitchFamily="18" charset="0"/>
              </a:rPr>
              <a:t>рефлексивном.</a:t>
            </a:r>
          </a:p>
          <a:p>
            <a:endParaRPr lang="ru-RU" altLang="ru-RU" dirty="0"/>
          </a:p>
        </p:txBody>
      </p:sp>
    </p:spTree>
    <p:extLst>
      <p:ext uri="{BB962C8B-B14F-4D97-AF65-F5344CB8AC3E}">
        <p14:creationId xmlns:p14="http://schemas.microsoft.com/office/powerpoint/2010/main" val="269957691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2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2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122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22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22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900" decel="100000" fill="hold"/>
                                        <p:tgtEl>
                                          <p:spTgt spid="122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22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22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900" decel="100000" fill="hold"/>
                                        <p:tgtEl>
                                          <p:spTgt spid="122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22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22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900" decel="100000" fill="hold"/>
                                        <p:tgtEl>
                                          <p:spTgt spid="122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22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22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900" decel="100000" fill="hold"/>
                                        <p:tgtEl>
                                          <p:spTgt spid="122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22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22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900" decel="100000" fill="hold"/>
                                        <p:tgtEl>
                                          <p:spTgt spid="122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229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229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900" decel="100000" fill="hold"/>
                                        <p:tgtEl>
                                          <p:spTgt spid="1229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229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229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900" decel="100000" fill="hold"/>
                                        <p:tgtEl>
                                          <p:spTgt spid="1229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495600" y="620688"/>
            <a:ext cx="7024744" cy="757888"/>
          </a:xfrm>
        </p:spPr>
        <p:txBody>
          <a:bodyPr/>
          <a:lstStyle/>
          <a:p>
            <a:pPr algn="ctr"/>
            <a:r>
              <a:rPr lang="ru-RU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Задачи педагогики</a:t>
            </a: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</p:nvPr>
        </p:nvGraphicFramePr>
        <p:xfrm>
          <a:off x="2424113" y="1341439"/>
          <a:ext cx="6919912" cy="44910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05051485"/>
      </p:ext>
    </p:extLst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441484" y="306482"/>
            <a:ext cx="7024744" cy="757888"/>
          </a:xfrm>
        </p:spPr>
        <p:txBody>
          <a:bodyPr/>
          <a:lstStyle/>
          <a:p>
            <a:pPr algn="ctr"/>
            <a:r>
              <a:rPr lang="ru-RU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Постоянные задачи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446570" y="945931"/>
            <a:ext cx="9494698" cy="5912069"/>
          </a:xfrm>
        </p:spPr>
        <p:txBody>
          <a:bodyPr>
            <a:normAutofit fontScale="25000" lnSpcReduction="20000"/>
          </a:bodyPr>
          <a:lstStyle/>
          <a:p>
            <a:pPr lvl="0" algn="just"/>
            <a:r>
              <a:rPr lang="ru-RU" sz="9600" dirty="0"/>
              <a:t>выявление закономерностей воспитания, образования, обучения и управления этими процессами;</a:t>
            </a:r>
          </a:p>
          <a:p>
            <a:pPr lvl="0" algn="just"/>
            <a:r>
              <a:rPr lang="ru-RU" sz="9600" dirty="0"/>
              <a:t>изучение и обобщение практики, опыта педагогической деятельности;</a:t>
            </a:r>
          </a:p>
          <a:p>
            <a:pPr lvl="0" algn="just"/>
            <a:r>
              <a:rPr lang="ru-RU" sz="9600" dirty="0"/>
              <a:t>разработка новых методов, средств, форм, систем обучения, воспитания, управления образовательными структурами;</a:t>
            </a:r>
          </a:p>
          <a:p>
            <a:pPr lvl="0" algn="just"/>
            <a:r>
              <a:rPr lang="ru-RU" sz="9600" dirty="0"/>
              <a:t>прогнозирование развития образовательных систем на ближайшее и отдаленное будущее;</a:t>
            </a:r>
          </a:p>
          <a:p>
            <a:pPr lvl="0" algn="just"/>
            <a:r>
              <a:rPr lang="ru-RU" sz="9600" dirty="0"/>
              <a:t>внедрение результатов педагогических исследований в практику; </a:t>
            </a:r>
          </a:p>
          <a:p>
            <a:pPr lvl="0" algn="just"/>
            <a:r>
              <a:rPr lang="ru-RU" sz="9600" dirty="0"/>
              <a:t>разработка теоретических, методологических основ инновационных процессов, рациональных связей теории и практики; </a:t>
            </a:r>
          </a:p>
          <a:p>
            <a:pPr lvl="0" algn="just"/>
            <a:r>
              <a:rPr lang="ru-RU" sz="9600" dirty="0"/>
              <a:t>взаимопроникновение исследовательской и практической деятельности (научно-практические центры, лаборатории, объединения).</a:t>
            </a:r>
          </a:p>
          <a:p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56025385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900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900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900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900" decel="100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900" decel="100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900" decel="100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639616" y="764704"/>
            <a:ext cx="7024744" cy="757888"/>
          </a:xfrm>
        </p:spPr>
        <p:txBody>
          <a:bodyPr>
            <a:normAutofit/>
          </a:bodyPr>
          <a:lstStyle/>
          <a:p>
            <a:pPr algn="ctr"/>
            <a:r>
              <a:rPr lang="ru-RU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Временные задачи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653093" y="1921085"/>
            <a:ext cx="8342245" cy="3627765"/>
          </a:xfrm>
        </p:spPr>
        <p:txBody>
          <a:bodyPr/>
          <a:lstStyle/>
          <a:p>
            <a:r>
              <a:rPr lang="ru-RU" sz="3200" dirty="0"/>
              <a:t>разработка стандартов, </a:t>
            </a:r>
          </a:p>
          <a:p>
            <a:r>
              <a:rPr lang="ru-RU" sz="3200" dirty="0"/>
              <a:t>учебников, </a:t>
            </a:r>
          </a:p>
          <a:p>
            <a:r>
              <a:rPr lang="ru-RU" sz="3200" dirty="0"/>
              <a:t>концепций, </a:t>
            </a:r>
          </a:p>
          <a:p>
            <a:r>
              <a:rPr lang="ru-RU" sz="3200" dirty="0"/>
              <a:t>программ.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7926642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900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900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900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84389A-CC72-6B4E-9C7E-1E5675865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3283" y="2327413"/>
            <a:ext cx="10804634" cy="1319677"/>
          </a:xfrm>
        </p:spPr>
        <p:txBody>
          <a:bodyPr>
            <a:normAutofit/>
          </a:bodyPr>
          <a:lstStyle/>
          <a:p>
            <a:pPr algn="ctr"/>
            <a:r>
              <a:rPr lang="ru-RU" sz="4000" b="1" dirty="0"/>
              <a:t>3. Категориальный аппарат педагог</a:t>
            </a:r>
            <a:r>
              <a:rPr lang="ru-RU" b="1" dirty="0"/>
              <a:t>ики</a:t>
            </a:r>
            <a:br>
              <a:rPr lang="ru-RU" b="1" dirty="0"/>
            </a:b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329167717"/>
      </p:ext>
    </p:extLst>
  </p:cSld>
  <p:clrMapOvr>
    <a:masterClrMapping/>
  </p:clrMapOvr>
  <p:transition spd="slow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08993" y="1700809"/>
            <a:ext cx="10636469" cy="4615908"/>
          </a:xfrm>
        </p:spPr>
        <p:txBody>
          <a:bodyPr>
            <a:normAutofit fontScale="92500"/>
          </a:bodyPr>
          <a:lstStyle/>
          <a:p>
            <a:pPr algn="just"/>
            <a:r>
              <a:rPr lang="ru-RU" sz="2400" b="1" dirty="0"/>
              <a:t>Термин</a:t>
            </a:r>
            <a:r>
              <a:rPr lang="ru-RU" sz="2400" dirty="0"/>
              <a:t>  (от лат.  </a:t>
            </a:r>
            <a:r>
              <a:rPr lang="ru-RU" sz="2400" dirty="0" err="1"/>
              <a:t>terminus</a:t>
            </a:r>
            <a:r>
              <a:rPr lang="ru-RU" sz="2400" dirty="0"/>
              <a:t> — предел,  граница) –  слово или  словосочетание,  призванное  точно  обозначить  объект  реальности  и  устанавливающее соотношение с другими понятиями в пределах специальной сферы. </a:t>
            </a:r>
          </a:p>
          <a:p>
            <a:pPr algn="just"/>
            <a:r>
              <a:rPr lang="ru-RU" sz="2400" dirty="0"/>
              <a:t> </a:t>
            </a:r>
            <a:r>
              <a:rPr lang="ru-RU" sz="2400" b="1" dirty="0"/>
              <a:t>Понятие</a:t>
            </a:r>
            <a:r>
              <a:rPr lang="ru-RU" sz="2400" dirty="0"/>
              <a:t>  предполагает наполнение того или иного термина  определенным  содержанием,  иначе  говоря,  понятие –  это  термин  в определенном понимании, синтез термина и его определения.</a:t>
            </a:r>
          </a:p>
          <a:p>
            <a:pPr algn="just"/>
            <a:r>
              <a:rPr lang="ru-RU" sz="2400" b="1" dirty="0"/>
              <a:t>Категории</a:t>
            </a:r>
            <a:r>
              <a:rPr lang="ru-RU" sz="2400" dirty="0"/>
              <a:t>  (от  греч. </a:t>
            </a:r>
            <a:r>
              <a:rPr lang="ru-RU" sz="2400" dirty="0" err="1"/>
              <a:t>kategoria</a:t>
            </a:r>
            <a:r>
              <a:rPr lang="ru-RU" sz="2400" dirty="0"/>
              <a:t> -  высказывание,  определение;  признак) –  наиболее  общие  и фундаментальные понятия, отражающие основные, существенные свойства, отношения  и  закономерности  реальности  определенной  эпохи  и  определяющие характер научно-теоретического мышления. </a:t>
            </a:r>
          </a:p>
          <a:p>
            <a:endParaRPr lang="ru-RU" dirty="0"/>
          </a:p>
        </p:txBody>
      </p:sp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2567608" y="908720"/>
            <a:ext cx="7024744" cy="757888"/>
          </a:xfrm>
        </p:spPr>
        <p:txBody>
          <a:bodyPr/>
          <a:lstStyle/>
          <a:p>
            <a:pPr algn="ctr"/>
            <a:r>
              <a:rPr lang="ru-RU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Категориальный аппарат</a:t>
            </a:r>
          </a:p>
        </p:txBody>
      </p:sp>
    </p:spTree>
    <p:extLst>
      <p:ext uri="{BB962C8B-B14F-4D97-AF65-F5344CB8AC3E}">
        <p14:creationId xmlns:p14="http://schemas.microsoft.com/office/powerpoint/2010/main" val="55707875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900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900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Воспитание Воспитание – это целенаправленный и организованный процесс формирования личности. В широком педагогическом значении – процесс целенаправленного формирования личности в условиях специально организованной воспитательной системы, обеспечиваю…">
            <a:extLst>
              <a:ext uri="{FF2B5EF4-FFF2-40B4-BE49-F238E27FC236}">
                <a16:creationId xmlns:a16="http://schemas.microsoft.com/office/drawing/2014/main" id="{2CDDA4DF-CD8E-9A47-9D96-E3BA6C4F46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3393" y="402021"/>
            <a:ext cx="9627476" cy="609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3336697"/>
      </p:ext>
    </p:extLst>
  </p:cSld>
  <p:clrMapOvr>
    <a:masterClrMapping/>
  </p:clrMapOvr>
  <p:transition spd="slow">
    <p:wip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04558087"/>
              </p:ext>
            </p:extLst>
          </p:nvPr>
        </p:nvGraphicFramePr>
        <p:xfrm>
          <a:off x="2135560" y="1628801"/>
          <a:ext cx="7992888" cy="42036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2495600" y="836712"/>
            <a:ext cx="7024744" cy="757888"/>
          </a:xfrm>
        </p:spPr>
        <p:txBody>
          <a:bodyPr>
            <a:normAutofit/>
          </a:bodyPr>
          <a:lstStyle/>
          <a:p>
            <a:pPr algn="ctr"/>
            <a:r>
              <a:rPr lang="ru-RU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Категориальный аппарат</a:t>
            </a:r>
          </a:p>
        </p:txBody>
      </p:sp>
      <p:pic>
        <p:nvPicPr>
          <p:cNvPr id="1028" name="Picture 4" descr="Обучение Обучение – это специально организованный, целенаправленный и управляемый процесс взаимодействия учителей и учеников. Преподавание– организация учебного труда обучаемых, формирование у учащихся мотивации и опыта познавательной деятельности, …">
            <a:extLst>
              <a:ext uri="{FF2B5EF4-FFF2-40B4-BE49-F238E27FC236}">
                <a16:creationId xmlns:a16="http://schemas.microsoft.com/office/drawing/2014/main" id="{D7D0D88F-F071-2841-ACFB-01F8FECEA2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6041" y="381000"/>
            <a:ext cx="9942787" cy="609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9670343"/>
      </p:ext>
    </p:extLst>
  </p:cSld>
  <p:clrMapOvr>
    <a:masterClrMapping/>
  </p:clrMapOvr>
  <p:transition spd="slow">
    <p:wip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Образование Освоение в учреждениях образования и в результате самообразования системы знаний, умений, навыков. Совокупность преемственных образовательных программ и государственных образовательных стандартов, сеть реализующих их образовательных учре…">
            <a:extLst>
              <a:ext uri="{FF2B5EF4-FFF2-40B4-BE49-F238E27FC236}">
                <a16:creationId xmlns:a16="http://schemas.microsoft.com/office/drawing/2014/main" id="{8F0F3F29-4979-124A-BD05-8EBAF06A84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8083" y="381000"/>
            <a:ext cx="9448799" cy="609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2581650"/>
      </p:ext>
    </p:extLst>
  </p:cSld>
  <p:clrMapOvr>
    <a:masterClrMapping/>
  </p:clrMapOvr>
  <p:transition spd="slow">
    <p:wip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BB422F2-C24D-6C4C-9CFE-B83BBAE58580}"/>
              </a:ext>
            </a:extLst>
          </p:cNvPr>
          <p:cNvSpPr/>
          <p:nvPr/>
        </p:nvSpPr>
        <p:spPr>
          <a:xfrm>
            <a:off x="1618594" y="751344"/>
            <a:ext cx="9953296" cy="53860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Педагогический процесс = Обучение + Воспитание</a:t>
            </a:r>
          </a:p>
          <a:p>
            <a:endParaRPr lang="ru-RU" sz="280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ru-RU" sz="2800" b="1" dirty="0"/>
              <a:t>Педагогический процесс </a:t>
            </a:r>
            <a:r>
              <a:rPr lang="ru-RU" sz="2800" dirty="0"/>
              <a:t>– специально организованное взаимодействие педагогов и воспитанников (педагогическое взаимодействие) по поводу содержания образования с использованием средств обучения и воспитания (педагогических средств) с целью решения задач образования, направленных как на удовлетворение потребностей общества, так и самой личности в ее развитии и саморазвитии.</a:t>
            </a:r>
          </a:p>
          <a:p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6688307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A559F71-7DF1-994B-999E-C1DF31FE022C}"/>
              </a:ext>
            </a:extLst>
          </p:cNvPr>
          <p:cNvSpPr/>
          <p:nvPr/>
        </p:nvSpPr>
        <p:spPr>
          <a:xfrm>
            <a:off x="1492467" y="856357"/>
            <a:ext cx="9038897" cy="51398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spcBef>
                <a:spcPts val="600"/>
              </a:spcBef>
              <a:spcAft>
                <a:spcPts val="600"/>
              </a:spcAft>
              <a:tabLst>
                <a:tab pos="630555" algn="l"/>
              </a:tabLst>
            </a:pPr>
            <a:r>
              <a:rPr lang="ru-RU" sz="2200" b="1" dirty="0">
                <a:ea typeface="Times New Roman" panose="02020603050405020304" pitchFamily="18" charset="0"/>
              </a:rPr>
              <a:t>Педагогическое взаимодействие </a:t>
            </a:r>
            <a:r>
              <a:rPr lang="ru-RU" sz="2200" dirty="0">
                <a:ea typeface="Times New Roman" panose="02020603050405020304" pitchFamily="18" charset="0"/>
              </a:rPr>
              <a:t>– преднамеренный длительный контакт педагога и воспитанников, следствием которого являются взаимные изменения в их поведении, деятельности и отношениях.</a:t>
            </a:r>
          </a:p>
          <a:p>
            <a:pPr indent="450215" algn="just">
              <a:spcBef>
                <a:spcPts val="600"/>
              </a:spcBef>
              <a:spcAft>
                <a:spcPts val="600"/>
              </a:spcAft>
              <a:tabLst>
                <a:tab pos="630555" algn="l"/>
              </a:tabLst>
            </a:pPr>
            <a:r>
              <a:rPr lang="ru-RU" sz="2200" b="1" dirty="0">
                <a:ea typeface="Times New Roman" panose="02020603050405020304" pitchFamily="18" charset="0"/>
              </a:rPr>
              <a:t>Педагогическая деятельность </a:t>
            </a:r>
            <a:r>
              <a:rPr lang="ru-RU" sz="2200" dirty="0">
                <a:ea typeface="Times New Roman" panose="02020603050405020304" pitchFamily="18" charset="0"/>
              </a:rPr>
              <a:t>– особый вид социальной профессиональной деятельности, направленный на реализацию целей образования: передача от старшего младшему поколению накопленных знаний и опыта, созданий условий для личностного развития и подготовку к выполнению определенных социальных ролей в обществе.  </a:t>
            </a:r>
          </a:p>
          <a:p>
            <a:pPr indent="450215" algn="just">
              <a:spcBef>
                <a:spcPts val="600"/>
              </a:spcBef>
              <a:spcAft>
                <a:spcPts val="600"/>
              </a:spcAft>
              <a:tabLst>
                <a:tab pos="630555" algn="l"/>
              </a:tabLst>
            </a:pPr>
            <a:r>
              <a:rPr lang="ru-RU" sz="2200" b="1" dirty="0">
                <a:ea typeface="Times New Roman" panose="02020603050405020304" pitchFamily="18" charset="0"/>
              </a:rPr>
              <a:t>Педагогическая система </a:t>
            </a:r>
            <a:r>
              <a:rPr lang="ru-RU" sz="2200" dirty="0">
                <a:ea typeface="Times New Roman" panose="02020603050405020304" pitchFamily="18" charset="0"/>
              </a:rPr>
              <a:t>– множество взаимосвязанных структурных компонентов, объединенных единой образовательной целью развития личности и функционирующих в целостном педагогическом процессе.</a:t>
            </a:r>
            <a:endParaRPr lang="ru-RU" sz="2200" dirty="0">
              <a:effectLst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224651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900" decel="100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900" decel="100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3" name="Rectangle 3">
            <a:extLst>
              <a:ext uri="{FF2B5EF4-FFF2-40B4-BE49-F238E27FC236}">
                <a16:creationId xmlns:a16="http://schemas.microsoft.com/office/drawing/2014/main" id="{CD6A06FC-2EF4-E243-81CF-79075A71CA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02676" y="333376"/>
            <a:ext cx="9900745" cy="6335713"/>
          </a:xfrm>
        </p:spPr>
        <p:txBody>
          <a:bodyPr>
            <a:normAutofit/>
          </a:bodyPr>
          <a:lstStyle/>
          <a:p>
            <a:pPr marL="0" indent="0" algn="just" eaLnBrk="1" hangingPunct="1">
              <a:buFont typeface="Arial" charset="0"/>
              <a:buNone/>
              <a:defRPr/>
            </a:pPr>
            <a:r>
              <a:rPr lang="ru-RU" sz="3600" b="1" dirty="0">
                <a:latin typeface="Bookman Old Style" pitchFamily="18" charset="0"/>
              </a:rPr>
              <a:t>Формирование</a:t>
            </a:r>
            <a:r>
              <a:rPr lang="ru-RU" sz="3600" dirty="0"/>
              <a:t> </a:t>
            </a:r>
          </a:p>
          <a:p>
            <a:pPr marL="0" indent="0" algn="just" eaLnBrk="1" hangingPunct="1">
              <a:buFont typeface="Arial" charset="0"/>
              <a:buNone/>
              <a:defRPr/>
            </a:pPr>
            <a:r>
              <a:rPr lang="ru-RU" sz="2400" dirty="0"/>
              <a:t>это процесс становления человека как существа социального под влиянием различных факторов (наследственности, среды, воспитания и собственной активности личности).</a:t>
            </a:r>
          </a:p>
          <a:p>
            <a:pPr marL="0" indent="0" algn="just" eaLnBrk="1" hangingPunct="1">
              <a:buFont typeface="Arial" charset="0"/>
              <a:buNone/>
              <a:defRPr/>
            </a:pPr>
            <a:r>
              <a:rPr lang="ru-RU" sz="3600" b="1" dirty="0">
                <a:latin typeface="Bookman Old Style" pitchFamily="18" charset="0"/>
              </a:rPr>
              <a:t>Развитие</a:t>
            </a:r>
            <a:r>
              <a:rPr lang="ru-RU" sz="2000" dirty="0"/>
              <a:t> </a:t>
            </a:r>
          </a:p>
          <a:p>
            <a:pPr marL="0" indent="0" algn="just" eaLnBrk="1" hangingPunct="1">
              <a:buFont typeface="Arial" charset="0"/>
              <a:buNone/>
              <a:defRPr/>
            </a:pPr>
            <a:r>
              <a:rPr lang="ru-RU" sz="2400" dirty="0"/>
              <a:t>процесс количественных и качественных изменений в организме, психике, интеллектуальной и духовой сферах человека.</a:t>
            </a:r>
          </a:p>
          <a:p>
            <a:pPr marL="0" indent="0" algn="just" eaLnBrk="1" hangingPunct="1">
              <a:buFont typeface="Arial" charset="0"/>
              <a:buNone/>
              <a:defRPr/>
            </a:pPr>
            <a:r>
              <a:rPr lang="ru-RU" sz="3600" b="1" dirty="0">
                <a:latin typeface="Bookman Old Style" pitchFamily="18" charset="0"/>
              </a:rPr>
              <a:t>Социализация</a:t>
            </a:r>
            <a:r>
              <a:rPr lang="ru-RU" dirty="0"/>
              <a:t>  </a:t>
            </a:r>
          </a:p>
          <a:p>
            <a:pPr marL="0" indent="0" algn="just" eaLnBrk="1" hangingPunct="1">
              <a:buFont typeface="Arial" charset="0"/>
              <a:buNone/>
              <a:defRPr/>
            </a:pPr>
            <a:r>
              <a:rPr lang="ru-RU" sz="2400" dirty="0"/>
              <a:t>процесс «вхождения» ребенка в общество, приобретение им определенного социального опыта (в виде знаний, ценностей, правил поведения, установок).</a:t>
            </a:r>
          </a:p>
        </p:txBody>
      </p:sp>
    </p:spTree>
    <p:extLst>
      <p:ext uri="{BB962C8B-B14F-4D97-AF65-F5344CB8AC3E}">
        <p14:creationId xmlns:p14="http://schemas.microsoft.com/office/powerpoint/2010/main" val="369286899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2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2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112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126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26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900" decel="100000" fill="hold"/>
                                        <p:tgtEl>
                                          <p:spTgt spid="1126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126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126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900" decel="100000" fill="hold"/>
                                        <p:tgtEl>
                                          <p:spTgt spid="1126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126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126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900" decel="100000" fill="hold"/>
                                        <p:tgtEl>
                                          <p:spTgt spid="1126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126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126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900" decel="100000" fill="hold"/>
                                        <p:tgtEl>
                                          <p:spTgt spid="1126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126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126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900" decel="100000" fill="hold"/>
                                        <p:tgtEl>
                                          <p:spTgt spid="1126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433438-0FE9-4943-BC4B-47B4CA556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6386" y="2274234"/>
            <a:ext cx="8911687" cy="1280890"/>
          </a:xfrm>
        </p:spPr>
        <p:txBody>
          <a:bodyPr/>
          <a:lstStyle/>
          <a:p>
            <a:r>
              <a:rPr lang="ru-RU" b="1" dirty="0"/>
              <a:t>4. Структура педагогики как науки</a:t>
            </a:r>
          </a:p>
        </p:txBody>
      </p:sp>
    </p:spTree>
    <p:extLst>
      <p:ext uri="{BB962C8B-B14F-4D97-AF65-F5344CB8AC3E}">
        <p14:creationId xmlns:p14="http://schemas.microsoft.com/office/powerpoint/2010/main" val="3800762012"/>
      </p:ext>
    </p:extLst>
  </p:cSld>
  <p:clrMapOvr>
    <a:masterClrMapping/>
  </p:clrMapOvr>
  <p:transition spd="slow">
    <p:wip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51584" y="620688"/>
            <a:ext cx="7632848" cy="854968"/>
          </a:xfrm>
        </p:spPr>
        <p:txBody>
          <a:bodyPr>
            <a:normAutofit/>
          </a:bodyPr>
          <a:lstStyle/>
          <a:p>
            <a:r>
              <a:rPr lang="ru-RU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Система педагогических наук </a:t>
            </a:r>
            <a:endParaRPr lang="ru-RU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122" name="Picture 2" descr="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1504" y="1484784"/>
            <a:ext cx="8856984" cy="50405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2574882"/>
      </p:ext>
    </p:extLst>
  </p:cSld>
  <p:clrMapOvr>
    <a:masterClrMapping/>
  </p:clrMapOvr>
  <p:transition spd="slow">
    <p:wip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https://ok-t.ru/helpiksorg/baza2/190004830396.files/image002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1545" y="764704"/>
            <a:ext cx="8697476" cy="5526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1686546"/>
      </p:ext>
    </p:extLst>
  </p:cSld>
  <p:clrMapOvr>
    <a:masterClrMapping/>
  </p:clrMapOvr>
  <p:transition spd="slow">
    <p:wip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AA0A056-E3FC-9D45-A6C6-5D382BFB583E}"/>
              </a:ext>
            </a:extLst>
          </p:cNvPr>
          <p:cNvSpPr/>
          <p:nvPr/>
        </p:nvSpPr>
        <p:spPr>
          <a:xfrm>
            <a:off x="1768723" y="440859"/>
            <a:ext cx="9372243" cy="64171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600" b="1" dirty="0">
                <a:latin typeface="+mj-lt"/>
                <a:ea typeface="Calibri" panose="020F0502020204030204" pitchFamily="34" charset="0"/>
              </a:rPr>
              <a:t>Новые направления в педагогике</a:t>
            </a:r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v"/>
            </a:pPr>
            <a:r>
              <a:rPr lang="ru-RU" sz="2800" dirty="0">
                <a:ea typeface="Calibri" panose="020F0502020204030204" pitchFamily="34" charset="0"/>
              </a:rPr>
              <a:t>Гуманистическая педагогика </a:t>
            </a:r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v"/>
            </a:pPr>
            <a:r>
              <a:rPr lang="ru-RU" sz="2800" dirty="0"/>
              <a:t>Педагогика ненасилия</a:t>
            </a:r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v"/>
            </a:pPr>
            <a:r>
              <a:rPr lang="ru-RU" sz="2800" dirty="0"/>
              <a:t>Педагогика сотрудничества</a:t>
            </a:r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v"/>
            </a:pPr>
            <a:r>
              <a:rPr lang="ru-RU" sz="2800" dirty="0"/>
              <a:t>Педагогика культуры</a:t>
            </a:r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v"/>
            </a:pPr>
            <a:r>
              <a:rPr lang="ru-RU" sz="2800" dirty="0"/>
              <a:t>Педагогика информационно-кибернетическая</a:t>
            </a:r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v"/>
            </a:pPr>
            <a:r>
              <a:rPr lang="ru-RU" sz="2800" dirty="0" err="1"/>
              <a:t>Антропогогика</a:t>
            </a:r>
            <a:endParaRPr lang="ru-RU" sz="2800" dirty="0"/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v"/>
            </a:pPr>
            <a:r>
              <a:rPr lang="ru-RU" sz="2800" dirty="0" err="1"/>
              <a:t>Кондуктивная</a:t>
            </a:r>
            <a:r>
              <a:rPr lang="ru-RU" sz="2800" dirty="0"/>
              <a:t> педагогика</a:t>
            </a:r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v"/>
            </a:pPr>
            <a:r>
              <a:rPr lang="ru-RU" sz="2800" dirty="0"/>
              <a:t>Педагогика права</a:t>
            </a:r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v"/>
            </a:pPr>
            <a:r>
              <a:rPr lang="ru-RU" sz="2800" dirty="0"/>
              <a:t>Реабилитационная педагогика</a:t>
            </a:r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v"/>
            </a:pPr>
            <a:r>
              <a:rPr lang="ru-RU" sz="2800" dirty="0"/>
              <a:t>Гендерная педагогика</a:t>
            </a:r>
          </a:p>
        </p:txBody>
      </p:sp>
    </p:spTree>
    <p:extLst>
      <p:ext uri="{BB962C8B-B14F-4D97-AF65-F5344CB8AC3E}">
        <p14:creationId xmlns:p14="http://schemas.microsoft.com/office/powerpoint/2010/main" val="106201182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900" decel="100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900" decel="100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900" decel="100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900" decel="100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900" decel="100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900" decel="100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900" decel="100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900" decel="100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900" decel="100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C566B2-1837-7343-ABB3-D3247B47B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062" y="2526482"/>
            <a:ext cx="9886017" cy="1372855"/>
          </a:xfrm>
        </p:spPr>
        <p:txBody>
          <a:bodyPr>
            <a:normAutofit/>
          </a:bodyPr>
          <a:lstStyle/>
          <a:p>
            <a:pPr algn="ctr"/>
            <a:r>
              <a:rPr lang="ru-RU" sz="4000" b="1" dirty="0"/>
              <a:t>5. Место педагогики в системе современного </a:t>
            </a:r>
            <a:r>
              <a:rPr lang="ru-RU" sz="4000" b="1" dirty="0" err="1"/>
              <a:t>человекознания</a:t>
            </a:r>
            <a:endParaRPr lang="ru-RU" sz="4000" b="1" dirty="0"/>
          </a:p>
        </p:txBody>
      </p:sp>
    </p:spTree>
    <p:extLst>
      <p:ext uri="{BB962C8B-B14F-4D97-AF65-F5344CB8AC3E}">
        <p14:creationId xmlns:p14="http://schemas.microsoft.com/office/powerpoint/2010/main" val="1759065768"/>
      </p:ext>
    </p:extLst>
  </p:cSld>
  <p:clrMapOvr>
    <a:masterClrMapping/>
  </p:clrMapOvr>
  <p:transition spd="slow">
    <p:wip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063552" y="620688"/>
            <a:ext cx="8064896" cy="720080"/>
          </a:xfrm>
        </p:spPr>
        <p:txBody>
          <a:bodyPr>
            <a:normAutofit/>
          </a:bodyPr>
          <a:lstStyle/>
          <a:p>
            <a:pPr algn="ctr"/>
            <a:r>
              <a:rPr lang="ru-RU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Взаимосвязь с другими науками</a:t>
            </a: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</p:nvPr>
        </p:nvGraphicFramePr>
        <p:xfrm>
          <a:off x="1529827" y="260648"/>
          <a:ext cx="9222254" cy="61206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92565247"/>
      </p:ext>
    </p:extLst>
  </p:cSld>
  <p:clrMapOvr>
    <a:masterClrMapping/>
  </p:clrMapOvr>
  <p:transition spd="slow">
    <p:wip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https://ok-t.ru/helpiksorg/baza2/190004830396.files/image004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2917" y="427088"/>
            <a:ext cx="7721185" cy="57382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5045754"/>
      </p:ext>
    </p:extLst>
  </p:cSld>
  <p:clrMapOvr>
    <a:masterClrMapping/>
  </p:clrMapOvr>
  <p:transition spd="slow">
    <p:wip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66CE1BE-A250-6A49-96DD-28E3401D17C0}"/>
              </a:ext>
            </a:extLst>
          </p:cNvPr>
          <p:cNvSpPr/>
          <p:nvPr/>
        </p:nvSpPr>
        <p:spPr>
          <a:xfrm>
            <a:off x="1408385" y="526219"/>
            <a:ext cx="10068911" cy="58631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83895" indent="450215" algn="ctr">
              <a:spcAft>
                <a:spcPts val="0"/>
              </a:spcAft>
            </a:pPr>
            <a:r>
              <a:rPr lang="ru-RU" sz="2400" b="1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Формы связей педагогики с другими науками</a:t>
            </a:r>
            <a:endParaRPr lang="ru-RU" b="1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026795" indent="-342900" algn="just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v"/>
            </a:pPr>
            <a:r>
              <a:rPr lang="ru-RU" dirty="0">
                <a:ea typeface="Times New Roman" panose="02020603050405020304" pitchFamily="18" charset="0"/>
                <a:cs typeface="Times New Roman" panose="02020603050405020304" pitchFamily="18" charset="0"/>
              </a:rPr>
              <a:t>творческое освоение научных идеи синергетического подхода к воспитанию, кибернетической идеи управления динамическими системами, </a:t>
            </a:r>
            <a:r>
              <a:rPr lang="ru-RU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>деятельностного</a:t>
            </a:r>
            <a:r>
              <a:rPr lang="ru-RU" dirty="0">
                <a:ea typeface="Times New Roman" panose="02020603050405020304" pitchFamily="18" charset="0"/>
                <a:cs typeface="Times New Roman" panose="02020603050405020304" pitchFamily="18" charset="0"/>
              </a:rPr>
              <a:t> отношения к развитию личности;</a:t>
            </a:r>
            <a:endParaRPr lang="ru-RU" sz="14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026795" indent="-342900" algn="just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v"/>
            </a:pPr>
            <a:r>
              <a:rPr lang="ru-RU" dirty="0">
                <a:ea typeface="Times New Roman" panose="02020603050405020304" pitchFamily="18" charset="0"/>
                <a:cs typeface="Times New Roman" panose="02020603050405020304" pitchFamily="18" charset="0"/>
              </a:rPr>
              <a:t>применение методов других наук — математического моделирования и проектирования, анкетирования и социологического опроса;</a:t>
            </a:r>
            <a:endParaRPr lang="ru-RU" sz="14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026795" indent="-342900" algn="just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v"/>
            </a:pPr>
            <a:r>
              <a:rPr lang="ru-RU" dirty="0">
                <a:ea typeface="Times New Roman" panose="02020603050405020304" pitchFamily="18" charset="0"/>
                <a:cs typeface="Times New Roman" panose="02020603050405020304" pitchFamily="18" charset="0"/>
              </a:rPr>
              <a:t>использование результатов исследований, полученных различными науками: данные физиологии о работоспособности в разные возрастные периоды жизни человека, его основные психологические новообразования в процессе развития;</a:t>
            </a:r>
            <a:endParaRPr lang="ru-RU" sz="14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026795" indent="-342900" algn="just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v"/>
            </a:pPr>
            <a:r>
              <a:rPr lang="ru-RU" dirty="0">
                <a:ea typeface="Times New Roman" panose="02020603050405020304" pitchFamily="18" charset="0"/>
                <a:cs typeface="Times New Roman" panose="02020603050405020304" pitchFamily="18" charset="0"/>
              </a:rPr>
              <a:t>объединение усилий педагогов с представителями естественных и гуманитарных наук для решения общих проблем — перехода к систематическому обучению детей с 6 лет, организации обучения параллельно с лечением или профилактикой заболевания;</a:t>
            </a:r>
            <a:endParaRPr lang="ru-RU" sz="14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026795" indent="-342900" algn="just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v"/>
            </a:pPr>
            <a:r>
              <a:rPr lang="ru-RU" dirty="0">
                <a:ea typeface="Times New Roman" panose="02020603050405020304" pitchFamily="18" charset="0"/>
                <a:cs typeface="Times New Roman" panose="02020603050405020304" pitchFamily="18" charset="0"/>
              </a:rPr>
              <a:t>разработка понятий из разнообразных областей знания для обогащения и углубления представлений о сущности педагогических явлений: диверсификация образования, педагогическая квалиметрия и моделирование.</a:t>
            </a:r>
            <a:endParaRPr lang="ru-RU" sz="14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548501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900" decel="100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900" decel="100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900" decel="100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900" decel="100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B21B9F-1A50-5E40-9A3D-697EE7B9C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862" y="2452910"/>
            <a:ext cx="8911687" cy="1280890"/>
          </a:xfrm>
        </p:spPr>
        <p:txBody>
          <a:bodyPr>
            <a:normAutofit/>
          </a:bodyPr>
          <a:lstStyle/>
          <a:p>
            <a:pPr algn="ctr"/>
            <a:r>
              <a:rPr lang="ru-RU" sz="4800" b="1" dirty="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3188415384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Легкий дым">
  <a:themeElements>
    <a:clrScheme name="Легкий дым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Легкий дым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Легкий дым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{EE04EBE3-404E-514C-9160-63EFE6BCCAB2}tf10001069</Template>
  <TotalTime>408</TotalTime>
  <Words>1373</Words>
  <Application>Microsoft Office PowerPoint</Application>
  <PresentationFormat>Широкоэкранный</PresentationFormat>
  <Paragraphs>133</Paragraphs>
  <Slides>35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35</vt:i4>
      </vt:variant>
    </vt:vector>
  </HeadingPairs>
  <TitlesOfParts>
    <vt:vector size="43" baseType="lpstr">
      <vt:lpstr>Arial</vt:lpstr>
      <vt:lpstr>Bookman Old Style</vt:lpstr>
      <vt:lpstr>Calibri</vt:lpstr>
      <vt:lpstr>Century Gothic</vt:lpstr>
      <vt:lpstr>Times New Roman</vt:lpstr>
      <vt:lpstr>Wingdings</vt:lpstr>
      <vt:lpstr>Wingdings 3</vt:lpstr>
      <vt:lpstr>Легкий дым</vt:lpstr>
      <vt:lpstr>Педагогика  как научная дисциплина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1. Общее представление  о педагогике как науке </vt:lpstr>
      <vt:lpstr>Признаки науки</vt:lpstr>
      <vt:lpstr>Презентация PowerPoint</vt:lpstr>
      <vt:lpstr>Презентация PowerPoint</vt:lpstr>
      <vt:lpstr>Презентация PowerPoint</vt:lpstr>
      <vt:lpstr>Педагогика</vt:lpstr>
      <vt:lpstr>Презентация PowerPoint</vt:lpstr>
      <vt:lpstr>Презентация PowerPoint</vt:lpstr>
      <vt:lpstr>Задачи педагогики</vt:lpstr>
      <vt:lpstr>Постоянные задачи</vt:lpstr>
      <vt:lpstr>Временные задачи</vt:lpstr>
      <vt:lpstr>3. Категориальный аппарат педагогики </vt:lpstr>
      <vt:lpstr>Категориальный аппарат</vt:lpstr>
      <vt:lpstr>Презентация PowerPoint</vt:lpstr>
      <vt:lpstr>Категориальный аппарат</vt:lpstr>
      <vt:lpstr>Презентация PowerPoint</vt:lpstr>
      <vt:lpstr>Презентация PowerPoint</vt:lpstr>
      <vt:lpstr>Презентация PowerPoint</vt:lpstr>
      <vt:lpstr>Презентация PowerPoint</vt:lpstr>
      <vt:lpstr>4. Структура педагогики как науки</vt:lpstr>
      <vt:lpstr>Система педагогических наук </vt:lpstr>
      <vt:lpstr>Презентация PowerPoint</vt:lpstr>
      <vt:lpstr>Презентация PowerPoint</vt:lpstr>
      <vt:lpstr>5. Место педагогики в системе современного человекознания</vt:lpstr>
      <vt:lpstr>Взаимосвязь с другими науками</vt:lpstr>
      <vt:lpstr>Презентация PowerPoint</vt:lpstr>
      <vt:lpstr>Презентация PowerPoint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Педагогика  как научная дисциплина</dc:title>
  <dc:creator>Владимир Фияло</dc:creator>
  <cp:lastModifiedBy>Екатерина</cp:lastModifiedBy>
  <cp:revision>36</cp:revision>
  <dcterms:created xsi:type="dcterms:W3CDTF">2021-02-09T10:14:36Z</dcterms:created>
  <dcterms:modified xsi:type="dcterms:W3CDTF">2021-12-06T15:28:21Z</dcterms:modified>
</cp:coreProperties>
</file>